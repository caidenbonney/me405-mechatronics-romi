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7" r:id="rId2"/>
    <p:sldId id="256" r:id="rId3"/>
    <p:sldId id="266" r:id="rId4"/>
    <p:sldId id="260" r:id="rId5"/>
    <p:sldId id="264" r:id="rId6"/>
    <p:sldId id="265" r:id="rId7"/>
    <p:sldId id="261" r:id="rId8"/>
    <p:sldId id="268" r:id="rId9"/>
    <p:sldId id="269" r:id="rId10"/>
    <p:sldId id="257" r:id="rId11"/>
  </p:sldIdLst>
  <p:sldSz cx="18288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ask Diagram" id="{15D29FBA-D0D9-48BB-8EDE-0F316D4C9A33}">
          <p14:sldIdLst>
            <p14:sldId id="267"/>
            <p14:sldId id="256"/>
            <p14:sldId id="266"/>
          </p14:sldIdLst>
        </p14:section>
        <p14:section name="State Diagrams" id="{07E2DF7B-D0B7-415B-9658-B34D30CA06EA}">
          <p14:sldIdLst>
            <p14:sldId id="260"/>
            <p14:sldId id="264"/>
            <p14:sldId id="265"/>
            <p14:sldId id="261"/>
            <p14:sldId id="268"/>
            <p14:sldId id="269"/>
          </p14:sldIdLst>
        </p14:section>
        <p14:section name="Saved Shapes" id="{B7D62B2D-327E-4926-BBB9-2B1EEAFC3CF5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5760" userDrawn="1">
          <p15:clr>
            <a:srgbClr val="A4A3A4"/>
          </p15:clr>
        </p15:guide>
        <p15:guide id="2" pos="57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B13CDC-4B6F-4908-9DEB-9CB4977F206A}" v="110" dt="2025-11-29T08:54:30.2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28"/>
    <p:restoredTop sz="94539" autoAdjust="0"/>
  </p:normalViewPr>
  <p:slideViewPr>
    <p:cSldViewPr snapToGrid="0">
      <p:cViewPr>
        <p:scale>
          <a:sx n="75" d="100"/>
          <a:sy n="75" d="100"/>
        </p:scale>
        <p:origin x="462" y="-1242"/>
      </p:cViewPr>
      <p:guideLst>
        <p:guide orient="horz" pos="5760"/>
        <p:guide pos="57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onio Ventimiglia" userId="03aeda83-a99b-4171-85e0-a45cfa8724cf" providerId="ADAL" clId="{1CE0CEA8-B184-174C-A76B-604701972212}"/>
    <pc:docChg chg="undo custSel addSld modSld sldOrd modSection">
      <pc:chgData name="Antonio Ventimiglia" userId="03aeda83-a99b-4171-85e0-a45cfa8724cf" providerId="ADAL" clId="{1CE0CEA8-B184-174C-A76B-604701972212}" dt="2025-11-22T03:07:07.475" v="2093" actId="1037"/>
      <pc:docMkLst>
        <pc:docMk/>
      </pc:docMkLst>
      <pc:sldChg chg="addSp delSp modSp mod">
        <pc:chgData name="Antonio Ventimiglia" userId="03aeda83-a99b-4171-85e0-a45cfa8724cf" providerId="ADAL" clId="{1CE0CEA8-B184-174C-A76B-604701972212}" dt="2025-11-20T22:21:10.176" v="1123" actId="14100"/>
        <pc:sldMkLst>
          <pc:docMk/>
          <pc:sldMk cId="574269560" sldId="256"/>
        </pc:sldMkLst>
        <pc:spChg chg="mod">
          <ac:chgData name="Antonio Ventimiglia" userId="03aeda83-a99b-4171-85e0-a45cfa8724cf" providerId="ADAL" clId="{1CE0CEA8-B184-174C-A76B-604701972212}" dt="2025-11-20T22:19:25.890" v="1105" actId="1076"/>
          <ac:spMkLst>
            <pc:docMk/>
            <pc:sldMk cId="574269560" sldId="256"/>
            <ac:spMk id="3" creationId="{2E26F76A-AD1F-4F7F-6DCC-9B0FE2573C9D}"/>
          </ac:spMkLst>
        </pc:spChg>
        <pc:spChg chg="add mod">
          <ac:chgData name="Antonio Ventimiglia" userId="03aeda83-a99b-4171-85e0-a45cfa8724cf" providerId="ADAL" clId="{1CE0CEA8-B184-174C-A76B-604701972212}" dt="2025-11-20T21:56:38.132" v="1002" actId="20577"/>
          <ac:spMkLst>
            <pc:docMk/>
            <pc:sldMk cId="574269560" sldId="256"/>
            <ac:spMk id="8" creationId="{B023FC6E-903D-DD0D-7D5E-3247A9DE46C6}"/>
          </ac:spMkLst>
        </pc:spChg>
        <pc:spChg chg="add mod">
          <ac:chgData name="Antonio Ventimiglia" userId="03aeda83-a99b-4171-85e0-a45cfa8724cf" providerId="ADAL" clId="{1CE0CEA8-B184-174C-A76B-604701972212}" dt="2025-11-20T21:14:53.588" v="1000" actId="1076"/>
          <ac:spMkLst>
            <pc:docMk/>
            <pc:sldMk cId="574269560" sldId="256"/>
            <ac:spMk id="9" creationId="{65548C25-E416-9526-8F1D-2D3AD4F5DBA7}"/>
          </ac:spMkLst>
        </pc:spChg>
        <pc:spChg chg="add mod">
          <ac:chgData name="Antonio Ventimiglia" userId="03aeda83-a99b-4171-85e0-a45cfa8724cf" providerId="ADAL" clId="{1CE0CEA8-B184-174C-A76B-604701972212}" dt="2025-11-20T21:14:53.588" v="1000" actId="1076"/>
          <ac:spMkLst>
            <pc:docMk/>
            <pc:sldMk cId="574269560" sldId="256"/>
            <ac:spMk id="10" creationId="{60BD865C-16D4-6185-510F-D12703DFF61B}"/>
          </ac:spMkLst>
        </pc:spChg>
        <pc:spChg chg="add mod">
          <ac:chgData name="Antonio Ventimiglia" userId="03aeda83-a99b-4171-85e0-a45cfa8724cf" providerId="ADAL" clId="{1CE0CEA8-B184-174C-A76B-604701972212}" dt="2025-11-20T21:14:53.588" v="1000" actId="1076"/>
          <ac:spMkLst>
            <pc:docMk/>
            <pc:sldMk cId="574269560" sldId="256"/>
            <ac:spMk id="11" creationId="{873FA0A5-A2FE-95A9-B6CA-496C54A1A486}"/>
          </ac:spMkLst>
        </pc:spChg>
        <pc:spChg chg="add mod">
          <ac:chgData name="Antonio Ventimiglia" userId="03aeda83-a99b-4171-85e0-a45cfa8724cf" providerId="ADAL" clId="{1CE0CEA8-B184-174C-A76B-604701972212}" dt="2025-11-20T22:08:55.578" v="1005" actId="1076"/>
          <ac:spMkLst>
            <pc:docMk/>
            <pc:sldMk cId="574269560" sldId="256"/>
            <ac:spMk id="26" creationId="{FFF5FAEB-154B-C4C9-F334-03147E7C4DA0}"/>
          </ac:spMkLst>
        </pc:spChg>
        <pc:spChg chg="add mod">
          <ac:chgData name="Antonio Ventimiglia" userId="03aeda83-a99b-4171-85e0-a45cfa8724cf" providerId="ADAL" clId="{1CE0CEA8-B184-174C-A76B-604701972212}" dt="2025-11-20T22:08:55.578" v="1005" actId="1076"/>
          <ac:spMkLst>
            <pc:docMk/>
            <pc:sldMk cId="574269560" sldId="256"/>
            <ac:spMk id="27" creationId="{1933A7AD-6871-2FE0-E5CB-55E92E45226B}"/>
          </ac:spMkLst>
        </pc:spChg>
        <pc:spChg chg="add mod">
          <ac:chgData name="Antonio Ventimiglia" userId="03aeda83-a99b-4171-85e0-a45cfa8724cf" providerId="ADAL" clId="{1CE0CEA8-B184-174C-A76B-604701972212}" dt="2025-11-20T22:08:55.578" v="1005" actId="1076"/>
          <ac:spMkLst>
            <pc:docMk/>
            <pc:sldMk cId="574269560" sldId="256"/>
            <ac:spMk id="28" creationId="{9CB561FE-2EF1-AED9-1001-D1115D7E526A}"/>
          </ac:spMkLst>
        </pc:spChg>
        <pc:spChg chg="add 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29" creationId="{98BECFD5-423D-2120-9C61-F6C845D2FEC0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35" creationId="{A03A0FA8-A5BF-3887-D2E7-716548395B66}"/>
          </ac:spMkLst>
        </pc:spChg>
        <pc:spChg chg="mod">
          <ac:chgData name="Antonio Ventimiglia" userId="03aeda83-a99b-4171-85e0-a45cfa8724cf" providerId="ADAL" clId="{1CE0CEA8-B184-174C-A76B-604701972212}" dt="2025-11-20T22:19:06.668" v="1100" actId="14100"/>
          <ac:spMkLst>
            <pc:docMk/>
            <pc:sldMk cId="574269560" sldId="256"/>
            <ac:spMk id="39" creationId="{173F861E-55D2-55A1-0DCF-75187F1FD0DA}"/>
          </ac:spMkLst>
        </pc:spChg>
        <pc:spChg chg="mod">
          <ac:chgData name="Antonio Ventimiglia" userId="03aeda83-a99b-4171-85e0-a45cfa8724cf" providerId="ADAL" clId="{1CE0CEA8-B184-174C-A76B-604701972212}" dt="2025-11-20T22:19:08.875" v="1101" actId="14100"/>
          <ac:spMkLst>
            <pc:docMk/>
            <pc:sldMk cId="574269560" sldId="256"/>
            <ac:spMk id="42" creationId="{A47EE571-F4A4-B45D-5ADC-CE48AEE97E8A}"/>
          </ac:spMkLst>
        </pc:spChg>
        <pc:spChg chg="mod">
          <ac:chgData name="Antonio Ventimiglia" userId="03aeda83-a99b-4171-85e0-a45cfa8724cf" providerId="ADAL" clId="{1CE0CEA8-B184-174C-A76B-604701972212}" dt="2025-11-20T22:19:11.196" v="1102" actId="14100"/>
          <ac:spMkLst>
            <pc:docMk/>
            <pc:sldMk cId="574269560" sldId="256"/>
            <ac:spMk id="45" creationId="{BE033E11-9A59-62D2-7904-327CCA4A8D53}"/>
          </ac:spMkLst>
        </pc:spChg>
        <pc:spChg chg="mod">
          <ac:chgData name="Antonio Ventimiglia" userId="03aeda83-a99b-4171-85e0-a45cfa8724cf" providerId="ADAL" clId="{1CE0CEA8-B184-174C-A76B-604701972212}" dt="2025-11-20T22:19:13.296" v="1103" actId="14100"/>
          <ac:spMkLst>
            <pc:docMk/>
            <pc:sldMk cId="574269560" sldId="256"/>
            <ac:spMk id="48" creationId="{E9A427DA-75FE-62E1-6F3B-8FA0B6AF9597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50" creationId="{F2DA9C21-73E3-D3E9-4813-B0A2BD0A0D7F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56" creationId="{8413981D-E1D0-CFDB-D827-95CF26D65E4E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58" creationId="{9340C4AE-6F84-9206-A3FB-EC7A3169C06A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60" creationId="{6A0FA854-DD7E-EB02-6CDB-73F88C627918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62" creationId="{6EAE39E3-4940-9F9B-1128-6158EC6BE6B1}"/>
          </ac:spMkLst>
        </pc:spChg>
        <pc:spChg chg="mod">
          <ac:chgData name="Antonio Ventimiglia" userId="03aeda83-a99b-4171-85e0-a45cfa8724cf" providerId="ADAL" clId="{1CE0CEA8-B184-174C-A76B-604701972212}" dt="2025-11-20T22:09:26.762" v="1011" actId="1076"/>
          <ac:spMkLst>
            <pc:docMk/>
            <pc:sldMk cId="574269560" sldId="256"/>
            <ac:spMk id="64" creationId="{49DFE378-64B2-79AF-D8C1-BAD09A2C1C44}"/>
          </ac:spMkLst>
        </pc:spChg>
        <pc:graphicFrameChg chg="add mod modGraphic">
          <ac:chgData name="Antonio Ventimiglia" userId="03aeda83-a99b-4171-85e0-a45cfa8724cf" providerId="ADAL" clId="{1CE0CEA8-B184-174C-A76B-604701972212}" dt="2025-11-20T22:09:10.212" v="1008" actId="1076"/>
          <ac:graphicFrameMkLst>
            <pc:docMk/>
            <pc:sldMk cId="574269560" sldId="256"/>
            <ac:graphicFrameMk id="4" creationId="{6EDCEF18-DA1A-FDF2-4229-19D14A657A92}"/>
          </ac:graphicFrameMkLst>
        </pc:graphicFrameChg>
        <pc:graphicFrameChg chg="add mod modGraphic">
          <ac:chgData name="Antonio Ventimiglia" userId="03aeda83-a99b-4171-85e0-a45cfa8724cf" providerId="ADAL" clId="{1CE0CEA8-B184-174C-A76B-604701972212}" dt="2025-11-20T21:14:53.588" v="1000" actId="1076"/>
          <ac:graphicFrameMkLst>
            <pc:docMk/>
            <pc:sldMk cId="574269560" sldId="256"/>
            <ac:graphicFrameMk id="5" creationId="{F7D8921F-6E38-C801-F6E4-97046D4215C1}"/>
          </ac:graphicFrameMkLst>
        </pc:graphicFrameChg>
        <pc:graphicFrameChg chg="modGraphic">
          <ac:chgData name="Antonio Ventimiglia" userId="03aeda83-a99b-4171-85e0-a45cfa8724cf" providerId="ADAL" clId="{1CE0CEA8-B184-174C-A76B-604701972212}" dt="2025-11-20T20:29:33.759" v="45" actId="20577"/>
          <ac:graphicFrameMkLst>
            <pc:docMk/>
            <pc:sldMk cId="574269560" sldId="256"/>
            <ac:graphicFrameMk id="17" creationId="{EF5DEE46-65E8-254C-2218-6A031D6DC95D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09:26.762" v="1011" actId="1076"/>
          <ac:graphicFrameMkLst>
            <pc:docMk/>
            <pc:sldMk cId="574269560" sldId="256"/>
            <ac:graphicFrameMk id="22" creationId="{DBD98F8F-BD55-169C-B76D-3D7D93C2277F}"/>
          </ac:graphicFrameMkLst>
        </pc:graphicFrameChg>
        <pc:graphicFrameChg chg="mod modGraphic">
          <ac:chgData name="Antonio Ventimiglia" userId="03aeda83-a99b-4171-85e0-a45cfa8724cf" providerId="ADAL" clId="{1CE0CEA8-B184-174C-A76B-604701972212}" dt="2025-11-20T22:09:26.762" v="1011" actId="1076"/>
          <ac:graphicFrameMkLst>
            <pc:docMk/>
            <pc:sldMk cId="574269560" sldId="256"/>
            <ac:graphicFrameMk id="23" creationId="{75F62C96-BA97-DCD2-ECCC-689F209E205E}"/>
          </ac:graphicFrameMkLst>
        </pc:graphicFrameChg>
        <pc:graphicFrameChg chg="mod modGraphic">
          <ac:chgData name="Antonio Ventimiglia" userId="03aeda83-a99b-4171-85e0-a45cfa8724cf" providerId="ADAL" clId="{1CE0CEA8-B184-174C-A76B-604701972212}" dt="2025-11-20T22:09:26.762" v="1011" actId="1076"/>
          <ac:graphicFrameMkLst>
            <pc:docMk/>
            <pc:sldMk cId="574269560" sldId="256"/>
            <ac:graphicFrameMk id="24" creationId="{CBA882C6-1FC3-8D46-A861-FD5DBC39DF0A}"/>
          </ac:graphicFrameMkLst>
        </pc:graphicFrameChg>
        <pc:graphicFrameChg chg="mod modGraphic">
          <ac:chgData name="Antonio Ventimiglia" userId="03aeda83-a99b-4171-85e0-a45cfa8724cf" providerId="ADAL" clId="{1CE0CEA8-B184-174C-A76B-604701972212}" dt="2025-11-20T22:08:41.529" v="1003" actId="1076"/>
          <ac:graphicFrameMkLst>
            <pc:docMk/>
            <pc:sldMk cId="574269560" sldId="256"/>
            <ac:graphicFrameMk id="25" creationId="{96048A20-ADCB-004D-8C97-838D912EF69B}"/>
          </ac:graphicFrameMkLst>
        </pc:graphicFrame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2" creationId="{33CBA192-AC19-EC91-CD5F-AE282BF63AAA}"/>
          </ac:cxnSpMkLst>
        </pc:cxnChg>
        <pc:cxnChg chg="add mod">
          <ac:chgData name="Antonio Ventimiglia" userId="03aeda83-a99b-4171-85e0-a45cfa8724cf" providerId="ADAL" clId="{1CE0CEA8-B184-174C-A76B-604701972212}" dt="2025-11-20T21:14:53.588" v="1000" actId="1076"/>
          <ac:cxnSpMkLst>
            <pc:docMk/>
            <pc:sldMk cId="574269560" sldId="256"/>
            <ac:cxnSpMk id="12" creationId="{7D7FA16A-0C9C-E384-5ED7-0AB5497D7A3A}"/>
          </ac:cxnSpMkLst>
        </pc:cxnChg>
        <pc:cxnChg chg="mod">
          <ac:chgData name="Antonio Ventimiglia" userId="03aeda83-a99b-4171-85e0-a45cfa8724cf" providerId="ADAL" clId="{1CE0CEA8-B184-174C-A76B-604701972212}" dt="2025-11-20T22:19:35.435" v="1106" actId="1076"/>
          <ac:cxnSpMkLst>
            <pc:docMk/>
            <pc:sldMk cId="574269560" sldId="256"/>
            <ac:cxnSpMk id="20" creationId="{5F7D127B-7F59-08E9-F47D-C273F3E79E08}"/>
          </ac:cxnSpMkLst>
        </pc:cxnChg>
        <pc:cxnChg chg="mod">
          <ac:chgData name="Antonio Ventimiglia" userId="03aeda83-a99b-4171-85e0-a45cfa8724cf" providerId="ADAL" clId="{1CE0CEA8-B184-174C-A76B-604701972212}" dt="2025-11-20T22:19:35.435" v="1106" actId="1076"/>
          <ac:cxnSpMkLst>
            <pc:docMk/>
            <pc:sldMk cId="574269560" sldId="256"/>
            <ac:cxnSpMk id="21" creationId="{A92F6BFE-3CCA-EC19-7E3E-E16B99F8EBDB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31" creationId="{12A9A1B2-F093-F076-5E93-7CFE06AEF62B}"/>
          </ac:cxnSpMkLst>
        </pc:cxnChg>
        <pc:cxnChg chg="add mod">
          <ac:chgData name="Antonio Ventimiglia" userId="03aeda83-a99b-4171-85e0-a45cfa8724cf" providerId="ADAL" clId="{1CE0CEA8-B184-174C-A76B-604701972212}" dt="2025-11-20T21:14:53.588" v="1000" actId="1076"/>
          <ac:cxnSpMkLst>
            <pc:docMk/>
            <pc:sldMk cId="574269560" sldId="256"/>
            <ac:cxnSpMk id="33" creationId="{F91A655D-E539-393B-69E2-46A130B80453}"/>
          </ac:cxnSpMkLst>
        </pc:cxnChg>
        <pc:cxnChg chg="add mod">
          <ac:chgData name="Antonio Ventimiglia" userId="03aeda83-a99b-4171-85e0-a45cfa8724cf" providerId="ADAL" clId="{1CE0CEA8-B184-174C-A76B-604701972212}" dt="2025-11-20T21:14:53.588" v="1000" actId="1076"/>
          <ac:cxnSpMkLst>
            <pc:docMk/>
            <pc:sldMk cId="574269560" sldId="256"/>
            <ac:cxnSpMk id="34" creationId="{11E4D82E-1D78-76A2-2978-EFB08F2FBC19}"/>
          </ac:cxnSpMkLst>
        </pc:cxnChg>
        <pc:cxnChg chg="add mod">
          <ac:chgData name="Antonio Ventimiglia" userId="03aeda83-a99b-4171-85e0-a45cfa8724cf" providerId="ADAL" clId="{1CE0CEA8-B184-174C-A76B-604701972212}" dt="2025-11-20T21:14:53.588" v="1000" actId="1076"/>
          <ac:cxnSpMkLst>
            <pc:docMk/>
            <pc:sldMk cId="574269560" sldId="256"/>
            <ac:cxnSpMk id="36" creationId="{F3D68EBD-AA38-16C8-F7EA-8117217C4D42}"/>
          </ac:cxnSpMkLst>
        </pc:cxnChg>
        <pc:cxnChg chg="mod">
          <ac:chgData name="Antonio Ventimiglia" userId="03aeda83-a99b-4171-85e0-a45cfa8724cf" providerId="ADAL" clId="{1CE0CEA8-B184-174C-A76B-604701972212}" dt="2025-11-20T22:20:11.498" v="1114" actId="14100"/>
          <ac:cxnSpMkLst>
            <pc:docMk/>
            <pc:sldMk cId="574269560" sldId="256"/>
            <ac:cxnSpMk id="38" creationId="{9C7A42F6-DD49-3EFB-7F98-206CF7C7E9EB}"/>
          </ac:cxnSpMkLst>
        </pc:cxnChg>
        <pc:cxnChg chg="mod">
          <ac:chgData name="Antonio Ventimiglia" userId="03aeda83-a99b-4171-85e0-a45cfa8724cf" providerId="ADAL" clId="{1CE0CEA8-B184-174C-A76B-604701972212}" dt="2025-11-20T22:20:15.713" v="1115" actId="14100"/>
          <ac:cxnSpMkLst>
            <pc:docMk/>
            <pc:sldMk cId="574269560" sldId="256"/>
            <ac:cxnSpMk id="41" creationId="{A4BC7759-E783-3BE9-5763-8CE38D20400E}"/>
          </ac:cxnSpMkLst>
        </pc:cxnChg>
        <pc:cxnChg chg="mod">
          <ac:chgData name="Antonio Ventimiglia" userId="03aeda83-a99b-4171-85e0-a45cfa8724cf" providerId="ADAL" clId="{1CE0CEA8-B184-174C-A76B-604701972212}" dt="2025-11-20T22:19:40.662" v="1107" actId="1076"/>
          <ac:cxnSpMkLst>
            <pc:docMk/>
            <pc:sldMk cId="574269560" sldId="256"/>
            <ac:cxnSpMk id="43" creationId="{19DDC5FB-D62F-31E2-B58A-9D0C887D1FEC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44" creationId="{9B4CE0BD-8B33-A948-252C-0B72CEC4D3E3}"/>
          </ac:cxnSpMkLst>
        </pc:cxnChg>
        <pc:cxnChg chg="add mod">
          <ac:chgData name="Antonio Ventimiglia" userId="03aeda83-a99b-4171-85e0-a45cfa8724cf" providerId="ADAL" clId="{1CE0CEA8-B184-174C-A76B-604701972212}" dt="2025-11-20T22:19:50.432" v="1109" actId="14100"/>
          <ac:cxnSpMkLst>
            <pc:docMk/>
            <pc:sldMk cId="574269560" sldId="256"/>
            <ac:cxnSpMk id="46" creationId="{3262067B-D735-A2AB-9DC3-D40EF6ACC301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47" creationId="{8CCF3F35-21D8-506D-3FF0-6D68518DDA29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49" creationId="{22401CDA-5761-657F-1872-570A97A4D9E8}"/>
          </ac:cxnSpMkLst>
        </pc:cxnChg>
        <pc:cxnChg chg="add mod">
          <ac:chgData name="Antonio Ventimiglia" userId="03aeda83-a99b-4171-85e0-a45cfa8724cf" providerId="ADAL" clId="{1CE0CEA8-B184-174C-A76B-604701972212}" dt="2025-11-20T22:20:43.712" v="1120" actId="14100"/>
          <ac:cxnSpMkLst>
            <pc:docMk/>
            <pc:sldMk cId="574269560" sldId="256"/>
            <ac:cxnSpMk id="52" creationId="{0BC4ADA1-4466-93ED-EFB5-EAA8FB4A8086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55" creationId="{5CC08E04-E056-6BB4-735F-39F8C6C6507C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57" creationId="{B4746BE7-D237-A3AA-1517-4078E2B78654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59" creationId="{71A2BBC8-0497-7DAE-DBD5-FCBB457AE8E0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61" creationId="{EA92C3F2-7446-D174-9D6E-EA84AFC73C34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63" creationId="{449F7C37-DC15-083B-0253-C74F339AD181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65" creationId="{6D269738-75E8-FCFA-F23A-16EA0B675334}"/>
          </ac:cxnSpMkLst>
        </pc:cxnChg>
        <pc:cxnChg chg="add mod">
          <ac:chgData name="Antonio Ventimiglia" userId="03aeda83-a99b-4171-85e0-a45cfa8724cf" providerId="ADAL" clId="{1CE0CEA8-B184-174C-A76B-604701972212}" dt="2025-11-20T22:20:27.730" v="1117" actId="1076"/>
          <ac:cxnSpMkLst>
            <pc:docMk/>
            <pc:sldMk cId="574269560" sldId="256"/>
            <ac:cxnSpMk id="69" creationId="{899DB0BF-B14A-F6AE-B8C4-CE8AE865E667}"/>
          </ac:cxnSpMkLst>
        </pc:cxnChg>
        <pc:cxnChg chg="add mod">
          <ac:chgData name="Antonio Ventimiglia" userId="03aeda83-a99b-4171-85e0-a45cfa8724cf" providerId="ADAL" clId="{1CE0CEA8-B184-174C-A76B-604701972212}" dt="2025-11-20T22:21:10.176" v="1123" actId="14100"/>
          <ac:cxnSpMkLst>
            <pc:docMk/>
            <pc:sldMk cId="574269560" sldId="256"/>
            <ac:cxnSpMk id="73" creationId="{13694529-EBBB-C870-5644-7AD3B2517A0B}"/>
          </ac:cxnSpMkLst>
        </pc:cxnChg>
        <pc:cxnChg chg="mod">
          <ac:chgData name="Antonio Ventimiglia" userId="03aeda83-a99b-4171-85e0-a45cfa8724cf" providerId="ADAL" clId="{1CE0CEA8-B184-174C-A76B-604701972212}" dt="2025-11-20T22:09:26.762" v="1011" actId="1076"/>
          <ac:cxnSpMkLst>
            <pc:docMk/>
            <pc:sldMk cId="574269560" sldId="256"/>
            <ac:cxnSpMk id="83" creationId="{9FB01EDF-6251-F157-F77C-7071F65FC4CF}"/>
          </ac:cxnSpMkLst>
        </pc:cxnChg>
      </pc:sldChg>
      <pc:sldChg chg="addSp delSp modSp mod">
        <pc:chgData name="Antonio Ventimiglia" userId="03aeda83-a99b-4171-85e0-a45cfa8724cf" providerId="ADAL" clId="{1CE0CEA8-B184-174C-A76B-604701972212}" dt="2025-11-22T03:07:07.475" v="2093" actId="1037"/>
        <pc:sldMkLst>
          <pc:docMk/>
          <pc:sldMk cId="2534193516" sldId="260"/>
        </pc:sldMkLst>
        <pc:spChg chg="mod">
          <ac:chgData name="Antonio Ventimiglia" userId="03aeda83-a99b-4171-85e0-a45cfa8724cf" providerId="ADAL" clId="{1CE0CEA8-B184-174C-A76B-604701972212}" dt="2025-11-22T02:59:59.810" v="1935" actId="1076"/>
          <ac:spMkLst>
            <pc:docMk/>
            <pc:sldMk cId="2534193516" sldId="260"/>
            <ac:spMk id="106" creationId="{92A59688-69AD-9296-D47C-CCB5C7DBAEBC}"/>
          </ac:spMkLst>
        </pc:spChg>
        <pc:cxnChg chg="add mod">
          <ac:chgData name="Antonio Ventimiglia" userId="03aeda83-a99b-4171-85e0-a45cfa8724cf" providerId="ADAL" clId="{1CE0CEA8-B184-174C-A76B-604701972212}" dt="2025-11-22T03:07:07.475" v="2093" actId="1037"/>
          <ac:cxnSpMkLst>
            <pc:docMk/>
            <pc:sldMk cId="2534193516" sldId="260"/>
            <ac:cxnSpMk id="16" creationId="{A314EF25-2955-9BF6-934D-A378F3FA8F43}"/>
          </ac:cxnSpMkLst>
        </pc:cxnChg>
        <pc:cxnChg chg="mod">
          <ac:chgData name="Antonio Ventimiglia" userId="03aeda83-a99b-4171-85e0-a45cfa8724cf" providerId="ADAL" clId="{1CE0CEA8-B184-174C-A76B-604701972212}" dt="2025-11-22T02:44:25.226" v="1901" actId="478"/>
          <ac:cxnSpMkLst>
            <pc:docMk/>
            <pc:sldMk cId="2534193516" sldId="260"/>
            <ac:cxnSpMk id="82" creationId="{9A413615-6D0E-F040-2736-AB824025A19E}"/>
          </ac:cxnSpMkLst>
        </pc:cxnChg>
      </pc:sldChg>
      <pc:sldChg chg="addSp modSp add mod">
        <pc:chgData name="Antonio Ventimiglia" userId="03aeda83-a99b-4171-85e0-a45cfa8724cf" providerId="ADAL" clId="{1CE0CEA8-B184-174C-A76B-604701972212}" dt="2025-11-20T22:16:36.255" v="1095" actId="14100"/>
        <pc:sldMkLst>
          <pc:docMk/>
          <pc:sldMk cId="873109597" sldId="266"/>
        </pc:sldMkLst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3" creationId="{F5668E35-DDC4-101A-6F5B-B72C9943347B}"/>
          </ac:spMkLst>
        </pc:spChg>
        <pc:spChg chg="add mod">
          <ac:chgData name="Antonio Ventimiglia" userId="03aeda83-a99b-4171-85e0-a45cfa8724cf" providerId="ADAL" clId="{1CE0CEA8-B184-174C-A76B-604701972212}" dt="2025-11-20T22:15:57.748" v="1086" actId="1076"/>
          <ac:spMkLst>
            <pc:docMk/>
            <pc:sldMk cId="873109597" sldId="266"/>
            <ac:spMk id="15" creationId="{DD8E270B-7523-B44C-B8DF-E310BE73174C}"/>
          </ac:spMkLst>
        </pc:spChg>
        <pc:spChg chg="mod">
          <ac:chgData name="Antonio Ventimiglia" userId="03aeda83-a99b-4171-85e0-a45cfa8724cf" providerId="ADAL" clId="{1CE0CEA8-B184-174C-A76B-604701972212}" dt="2025-11-20T22:10:59.094" v="1024" actId="1076"/>
          <ac:spMkLst>
            <pc:docMk/>
            <pc:sldMk cId="873109597" sldId="266"/>
            <ac:spMk id="29" creationId="{540C8895-505A-4C4E-4171-A35A86AAAB8D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35" creationId="{89886F2E-127C-7478-2969-162FF2A9D5CA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39" creationId="{CF6E4B2D-941B-B636-CC61-F4B2AF65EBB1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42" creationId="{B8C947C8-038C-01C4-3D4C-B732C48BC01A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45" creationId="{3EF4E3C8-7B01-1F7B-D37B-13E3C926E1AD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48" creationId="{13B7A9C9-2960-6917-17C4-B33F0ACF26A0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50" creationId="{9A5C0886-C2AA-3635-4ABB-BCA26737EC34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56" creationId="{027C3F4A-EC48-BE4D-B364-78417D8939B8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58" creationId="{84ED3C3A-8009-6DFE-87F8-549DEF147225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60" creationId="{20F79330-EB1A-3F11-34DD-C25B9531276F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62" creationId="{1B19BC68-542A-6E52-9B3F-054EBB48C505}"/>
          </ac:spMkLst>
        </pc:spChg>
        <pc:spChg chg="mod">
          <ac:chgData name="Antonio Ventimiglia" userId="03aeda83-a99b-4171-85e0-a45cfa8724cf" providerId="ADAL" clId="{1CE0CEA8-B184-174C-A76B-604701972212}" dt="2025-11-20T22:11:18.758" v="1026" actId="1076"/>
          <ac:spMkLst>
            <pc:docMk/>
            <pc:sldMk cId="873109597" sldId="266"/>
            <ac:spMk id="64" creationId="{15CA267B-31F0-76ED-F853-9CFAC8FD261A}"/>
          </ac:spMkLst>
        </pc:spChg>
        <pc:spChg chg="add mod">
          <ac:chgData name="Antonio Ventimiglia" userId="03aeda83-a99b-4171-85e0-a45cfa8724cf" providerId="ADAL" clId="{1CE0CEA8-B184-174C-A76B-604701972212}" dt="2025-11-20T22:15:54.469" v="1085" actId="1076"/>
          <ac:spMkLst>
            <pc:docMk/>
            <pc:sldMk cId="873109597" sldId="266"/>
            <ac:spMk id="66" creationId="{528677F7-B890-846E-4295-777A886CF22A}"/>
          </ac:spMkLst>
        </pc:spChg>
        <pc:spChg chg="add mod">
          <ac:chgData name="Antonio Ventimiglia" userId="03aeda83-a99b-4171-85e0-a45cfa8724cf" providerId="ADAL" clId="{1CE0CEA8-B184-174C-A76B-604701972212}" dt="2025-11-20T22:16:14.275" v="1089" actId="1076"/>
          <ac:spMkLst>
            <pc:docMk/>
            <pc:sldMk cId="873109597" sldId="266"/>
            <ac:spMk id="69" creationId="{98795A2E-E33B-8732-2D19-F6C8E842DD00}"/>
          </ac:spMkLst>
        </pc:spChg>
        <pc:graphicFrameChg chg="mod modGraphic">
          <ac:chgData name="Antonio Ventimiglia" userId="03aeda83-a99b-4171-85e0-a45cfa8724cf" providerId="ADAL" clId="{1CE0CEA8-B184-174C-A76B-604701972212}" dt="2025-11-20T22:12:13.528" v="1042" actId="1076"/>
          <ac:graphicFrameMkLst>
            <pc:docMk/>
            <pc:sldMk cId="873109597" sldId="266"/>
            <ac:graphicFrameMk id="4" creationId="{05AA70A8-FFB3-2D05-2D60-B55DF26427B3}"/>
          </ac:graphicFrameMkLst>
        </pc:graphicFrameChg>
        <pc:graphicFrameChg chg="mod modGraphic">
          <ac:chgData name="Antonio Ventimiglia" userId="03aeda83-a99b-4171-85e0-a45cfa8724cf" providerId="ADAL" clId="{1CE0CEA8-B184-174C-A76B-604701972212}" dt="2025-11-20T22:11:47.843" v="1033" actId="14100"/>
          <ac:graphicFrameMkLst>
            <pc:docMk/>
            <pc:sldMk cId="873109597" sldId="266"/>
            <ac:graphicFrameMk id="17" creationId="{2019B316-CC4E-7D52-9215-23C6468BA29B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11:18.758" v="1026" actId="1076"/>
          <ac:graphicFrameMkLst>
            <pc:docMk/>
            <pc:sldMk cId="873109597" sldId="266"/>
            <ac:graphicFrameMk id="22" creationId="{C8E5B5C4-6505-790D-19DA-39FCBE549EF5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11:18.758" v="1026" actId="1076"/>
          <ac:graphicFrameMkLst>
            <pc:docMk/>
            <pc:sldMk cId="873109597" sldId="266"/>
            <ac:graphicFrameMk id="23" creationId="{ED8F4E79-68CD-9D7B-4620-A33999496633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11:18.758" v="1026" actId="1076"/>
          <ac:graphicFrameMkLst>
            <pc:docMk/>
            <pc:sldMk cId="873109597" sldId="266"/>
            <ac:graphicFrameMk id="24" creationId="{AAE64CF8-F202-A46B-6944-BCC9C21DF698}"/>
          </ac:graphicFrameMkLst>
        </pc:graphicFrame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2" creationId="{DA55F049-BCAE-1916-0B6E-2775A9935C53}"/>
          </ac:cxnSpMkLst>
        </pc:cxnChg>
        <pc:cxnChg chg="add mod">
          <ac:chgData name="Antonio Ventimiglia" userId="03aeda83-a99b-4171-85e0-a45cfa8724cf" providerId="ADAL" clId="{1CE0CEA8-B184-174C-A76B-604701972212}" dt="2025-11-20T22:12:42.107" v="1050" actId="14100"/>
          <ac:cxnSpMkLst>
            <pc:docMk/>
            <pc:sldMk cId="873109597" sldId="266"/>
            <ac:cxnSpMk id="7" creationId="{9F82E636-A808-AE91-6B98-96ED851B1768}"/>
          </ac:cxnSpMkLst>
        </pc:cxnChg>
        <pc:cxnChg chg="add mod">
          <ac:chgData name="Antonio Ventimiglia" userId="03aeda83-a99b-4171-85e0-a45cfa8724cf" providerId="ADAL" clId="{1CE0CEA8-B184-174C-A76B-604701972212}" dt="2025-11-20T22:15:19.845" v="1078" actId="14100"/>
          <ac:cxnSpMkLst>
            <pc:docMk/>
            <pc:sldMk cId="873109597" sldId="266"/>
            <ac:cxnSpMk id="16" creationId="{C63345E3-F11B-EC84-77C5-E882257056D7}"/>
          </ac:cxnSpMkLst>
        </pc:cxnChg>
        <pc:cxnChg chg="add mod">
          <ac:chgData name="Antonio Ventimiglia" userId="03aeda83-a99b-4171-85e0-a45cfa8724cf" providerId="ADAL" clId="{1CE0CEA8-B184-174C-A76B-604701972212}" dt="2025-11-20T22:16:07.771" v="1088" actId="14100"/>
          <ac:cxnSpMkLst>
            <pc:docMk/>
            <pc:sldMk cId="873109597" sldId="266"/>
            <ac:cxnSpMk id="18" creationId="{44A912CC-0741-75DE-B71B-4F3CB0D5E4CD}"/>
          </ac:cxnSpMkLst>
        </pc:cxnChg>
        <pc:cxnChg chg="add mod">
          <ac:chgData name="Antonio Ventimiglia" userId="03aeda83-a99b-4171-85e0-a45cfa8724cf" providerId="ADAL" clId="{1CE0CEA8-B184-174C-A76B-604701972212}" dt="2025-11-20T22:15:47.922" v="1084" actId="1076"/>
          <ac:cxnSpMkLst>
            <pc:docMk/>
            <pc:sldMk cId="873109597" sldId="266"/>
            <ac:cxnSpMk id="19" creationId="{324E9FD0-3852-809D-ECE6-B4111B8AE04E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20" creationId="{D7C43934-93AE-ADD9-22B1-42E5BBAB9193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21" creationId="{EF427F8B-8685-8741-5D00-610780054573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31" creationId="{22515463-E5FF-4CC4-164D-24E7FD02691A}"/>
          </ac:cxnSpMkLst>
        </pc:cxnChg>
        <pc:cxnChg chg="mod">
          <ac:chgData name="Antonio Ventimiglia" userId="03aeda83-a99b-4171-85e0-a45cfa8724cf" providerId="ADAL" clId="{1CE0CEA8-B184-174C-A76B-604701972212}" dt="2025-11-20T22:12:39.721" v="1049" actId="14100"/>
          <ac:cxnSpMkLst>
            <pc:docMk/>
            <pc:sldMk cId="873109597" sldId="266"/>
            <ac:cxnSpMk id="37" creationId="{4F1D2D2E-6E11-B48E-392F-005DCC0C9068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41" creationId="{243C41F2-540A-F103-28D7-858DC315BBEA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44" creationId="{48B3FDAE-F5CD-3C61-37DC-55BEAE707FD1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47" creationId="{1CA23A62-CF14-1861-983E-6FE4656BC7E5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49" creationId="{45BCE935-42BC-8A19-A525-C17C19374BE5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55" creationId="{27802FCC-FE85-9212-99CC-AC1575203616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57" creationId="{15F24A15-FE05-29FC-8CFB-E5250A0E7420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59" creationId="{AA06B410-DBAA-6A48-3D91-57C321451826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61" creationId="{C0EEA644-BB54-2ADF-C65A-D19B15100EEC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63" creationId="{0EC207D0-F717-EC97-E95D-44A2B5D64060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65" creationId="{B17238B5-C742-011C-CFDE-BFE3F6941318}"/>
          </ac:cxnSpMkLst>
        </pc:cxnChg>
        <pc:cxnChg chg="add mod">
          <ac:chgData name="Antonio Ventimiglia" userId="03aeda83-a99b-4171-85e0-a45cfa8724cf" providerId="ADAL" clId="{1CE0CEA8-B184-174C-A76B-604701972212}" dt="2025-11-20T22:16:31.920" v="1094" actId="14100"/>
          <ac:cxnSpMkLst>
            <pc:docMk/>
            <pc:sldMk cId="873109597" sldId="266"/>
            <ac:cxnSpMk id="72" creationId="{7D7D590B-483E-A6C7-EF7A-CEA3A0B24CFC}"/>
          </ac:cxnSpMkLst>
        </pc:cxnChg>
        <pc:cxnChg chg="add mod">
          <ac:chgData name="Antonio Ventimiglia" userId="03aeda83-a99b-4171-85e0-a45cfa8724cf" providerId="ADAL" clId="{1CE0CEA8-B184-174C-A76B-604701972212}" dt="2025-11-20T22:16:36.255" v="1095" actId="14100"/>
          <ac:cxnSpMkLst>
            <pc:docMk/>
            <pc:sldMk cId="873109597" sldId="266"/>
            <ac:cxnSpMk id="73" creationId="{4BA66A1A-1256-4AE7-9CF1-83C5115C5DF0}"/>
          </ac:cxnSpMkLst>
        </pc:cxnChg>
        <pc:cxnChg chg="add mod">
          <ac:chgData name="Antonio Ventimiglia" userId="03aeda83-a99b-4171-85e0-a45cfa8724cf" providerId="ADAL" clId="{1CE0CEA8-B184-174C-A76B-604701972212}" dt="2025-11-20T22:16:23.212" v="1092" actId="14100"/>
          <ac:cxnSpMkLst>
            <pc:docMk/>
            <pc:sldMk cId="873109597" sldId="266"/>
            <ac:cxnSpMk id="74" creationId="{FF90DB5A-C6F9-1A96-217E-A6E2E6CE6C0C}"/>
          </ac:cxnSpMkLst>
        </pc:cxnChg>
        <pc:cxnChg chg="mod">
          <ac:chgData name="Antonio Ventimiglia" userId="03aeda83-a99b-4171-85e0-a45cfa8724cf" providerId="ADAL" clId="{1CE0CEA8-B184-174C-A76B-604701972212}" dt="2025-11-20T22:12:29.538" v="1045" actId="14100"/>
          <ac:cxnSpMkLst>
            <pc:docMk/>
            <pc:sldMk cId="873109597" sldId="266"/>
            <ac:cxnSpMk id="79" creationId="{46A17C07-12E6-B95B-61F2-F42007A6B04E}"/>
          </ac:cxnSpMkLst>
        </pc:cxnChg>
        <pc:cxnChg chg="mod">
          <ac:chgData name="Antonio Ventimiglia" userId="03aeda83-a99b-4171-85e0-a45cfa8724cf" providerId="ADAL" clId="{1CE0CEA8-B184-174C-A76B-604701972212}" dt="2025-11-20T22:11:18.758" v="1026" actId="1076"/>
          <ac:cxnSpMkLst>
            <pc:docMk/>
            <pc:sldMk cId="873109597" sldId="266"/>
            <ac:cxnSpMk id="83" creationId="{EBD38BD2-81FF-5246-B0B3-8E644F7579F3}"/>
          </ac:cxnSpMkLst>
        </pc:cxnChg>
      </pc:sldChg>
      <pc:sldChg chg="addSp delSp modSp add mod ord">
        <pc:chgData name="Antonio Ventimiglia" userId="03aeda83-a99b-4171-85e0-a45cfa8724cf" providerId="ADAL" clId="{1CE0CEA8-B184-174C-A76B-604701972212}" dt="2025-11-22T02:33:04.996" v="1900" actId="20578"/>
        <pc:sldMkLst>
          <pc:docMk/>
          <pc:sldMk cId="2323948679" sldId="267"/>
        </pc:sldMkLst>
        <pc:spChg chg="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3" creationId="{60892409-3CFA-D02C-F956-38EE1711178C}"/>
          </ac:spMkLst>
        </pc:spChg>
        <pc:spChg chg="mod">
          <ac:chgData name="Antonio Ventimiglia" userId="03aeda83-a99b-4171-85e0-a45cfa8724cf" providerId="ADAL" clId="{1CE0CEA8-B184-174C-A76B-604701972212}" dt="2025-11-22T02:11:57.402" v="1627" actId="1076"/>
          <ac:spMkLst>
            <pc:docMk/>
            <pc:sldMk cId="2323948679" sldId="267"/>
            <ac:spMk id="26" creationId="{799D4E16-CA2C-77C7-9480-BA7936972DC4}"/>
          </ac:spMkLst>
        </pc:spChg>
        <pc:spChg chg="mod">
          <ac:chgData name="Antonio Ventimiglia" userId="03aeda83-a99b-4171-85e0-a45cfa8724cf" providerId="ADAL" clId="{1CE0CEA8-B184-174C-A76B-604701972212}" dt="2025-11-22T02:11:57.402" v="1627" actId="1076"/>
          <ac:spMkLst>
            <pc:docMk/>
            <pc:sldMk cId="2323948679" sldId="267"/>
            <ac:spMk id="27" creationId="{CBFE3876-EF5C-6E03-3C0D-FA8B6BFD622C}"/>
          </ac:spMkLst>
        </pc:spChg>
        <pc:spChg chg="mod">
          <ac:chgData name="Antonio Ventimiglia" userId="03aeda83-a99b-4171-85e0-a45cfa8724cf" providerId="ADAL" clId="{1CE0CEA8-B184-174C-A76B-604701972212}" dt="2025-11-22T02:30:18.705" v="1881" actId="1036"/>
          <ac:spMkLst>
            <pc:docMk/>
            <pc:sldMk cId="2323948679" sldId="267"/>
            <ac:spMk id="28" creationId="{43E7BAC3-2DFE-6E24-4914-22C9AB263FC2}"/>
          </ac:spMkLst>
        </pc:spChg>
        <pc:spChg chg="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39" creationId="{8F56B1FE-EBFD-BDFC-91F7-2C8A301A2883}"/>
          </ac:spMkLst>
        </pc:spChg>
        <pc:spChg chg="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42" creationId="{7AECC409-20ED-D1A4-72D9-2DDA1FD26136}"/>
          </ac:spMkLst>
        </pc:spChg>
        <pc:spChg chg="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45" creationId="{D18E67E5-F486-1308-3E82-3ABC0F54BE57}"/>
          </ac:spMkLst>
        </pc:spChg>
        <pc:spChg chg="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48" creationId="{A583987A-1591-951B-3C5C-E9A28DB25CFE}"/>
          </ac:spMkLst>
        </pc:spChg>
        <pc:spChg chg="add mod">
          <ac:chgData name="Antonio Ventimiglia" userId="03aeda83-a99b-4171-85e0-a45cfa8724cf" providerId="ADAL" clId="{1CE0CEA8-B184-174C-A76B-604701972212}" dt="2025-11-22T02:20:22.246" v="1802" actId="1037"/>
          <ac:spMkLst>
            <pc:docMk/>
            <pc:sldMk cId="2323948679" sldId="267"/>
            <ac:spMk id="98" creationId="{36C8B32D-BD14-EEB3-721B-AA343520E80F}"/>
          </ac:spMkLst>
        </pc:spChg>
        <pc:spChg chg="add mod">
          <ac:chgData name="Antonio Ventimiglia" userId="03aeda83-a99b-4171-85e0-a45cfa8724cf" providerId="ADAL" clId="{1CE0CEA8-B184-174C-A76B-604701972212}" dt="2025-11-22T02:11:57.402" v="1627" actId="1076"/>
          <ac:spMkLst>
            <pc:docMk/>
            <pc:sldMk cId="2323948679" sldId="267"/>
            <ac:spMk id="110" creationId="{7990B5D6-2BFC-BC52-1C54-AA05C462610D}"/>
          </ac:spMkLst>
        </pc:spChg>
        <pc:spChg chg="add mod">
          <ac:chgData name="Antonio Ventimiglia" userId="03aeda83-a99b-4171-85e0-a45cfa8724cf" providerId="ADAL" clId="{1CE0CEA8-B184-174C-A76B-604701972212}" dt="2025-11-22T02:30:18.705" v="1881" actId="1036"/>
          <ac:spMkLst>
            <pc:docMk/>
            <pc:sldMk cId="2323948679" sldId="267"/>
            <ac:spMk id="125" creationId="{EE6A6D87-8459-8098-76A2-FB88F0980681}"/>
          </ac:spMkLst>
        </pc:spChg>
        <pc:spChg chg="add mod">
          <ac:chgData name="Antonio Ventimiglia" userId="03aeda83-a99b-4171-85e0-a45cfa8724cf" providerId="ADAL" clId="{1CE0CEA8-B184-174C-A76B-604701972212}" dt="2025-11-22T02:30:18.705" v="1881" actId="1036"/>
          <ac:spMkLst>
            <pc:docMk/>
            <pc:sldMk cId="2323948679" sldId="267"/>
            <ac:spMk id="126" creationId="{67612940-411E-B01F-F518-ECB7CE1FCCCB}"/>
          </ac:spMkLst>
        </pc:spChg>
        <pc:spChg chg="add mod">
          <ac:chgData name="Antonio Ventimiglia" userId="03aeda83-a99b-4171-85e0-a45cfa8724cf" providerId="ADAL" clId="{1CE0CEA8-B184-174C-A76B-604701972212}" dt="2025-11-22T02:30:18.705" v="1881" actId="1036"/>
          <ac:spMkLst>
            <pc:docMk/>
            <pc:sldMk cId="2323948679" sldId="267"/>
            <ac:spMk id="127" creationId="{9896E645-494F-F0DA-D127-D567EC8A8BF7}"/>
          </ac:spMkLst>
        </pc:spChg>
        <pc:spChg chg="add mod">
          <ac:chgData name="Antonio Ventimiglia" userId="03aeda83-a99b-4171-85e0-a45cfa8724cf" providerId="ADAL" clId="{1CE0CEA8-B184-174C-A76B-604701972212}" dt="2025-11-22T02:30:18.705" v="1881" actId="1036"/>
          <ac:spMkLst>
            <pc:docMk/>
            <pc:sldMk cId="2323948679" sldId="267"/>
            <ac:spMk id="128" creationId="{290655C4-C291-5518-D835-191745A04960}"/>
          </ac:spMkLst>
        </pc:spChg>
        <pc:graphicFrameChg chg="mod">
          <ac:chgData name="Antonio Ventimiglia" userId="03aeda83-a99b-4171-85e0-a45cfa8724cf" providerId="ADAL" clId="{1CE0CEA8-B184-174C-A76B-604701972212}" dt="2025-11-20T22:58:23.186" v="1578" actId="1076"/>
          <ac:graphicFrameMkLst>
            <pc:docMk/>
            <pc:sldMk cId="2323948679" sldId="267"/>
            <ac:graphicFrameMk id="4" creationId="{BA9B92A2-5249-0D92-06A1-BF167F70B32A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44:33.500" v="1476" actId="1076"/>
          <ac:graphicFrameMkLst>
            <pc:docMk/>
            <pc:sldMk cId="2323948679" sldId="267"/>
            <ac:graphicFrameMk id="5" creationId="{89BF7247-184F-8B6F-7EEC-4876BABDDF50}"/>
          </ac:graphicFrameMkLst>
        </pc:graphicFrameChg>
        <pc:graphicFrameChg chg="mod">
          <ac:chgData name="Antonio Ventimiglia" userId="03aeda83-a99b-4171-85e0-a45cfa8724cf" providerId="ADAL" clId="{1CE0CEA8-B184-174C-A76B-604701972212}" dt="2025-11-20T22:54:01.813" v="1557" actId="1076"/>
          <ac:graphicFrameMkLst>
            <pc:docMk/>
            <pc:sldMk cId="2323948679" sldId="267"/>
            <ac:graphicFrameMk id="24" creationId="{CD89950E-5271-37B7-2555-307D16824821}"/>
          </ac:graphicFrameMkLst>
        </pc:graphicFrameChg>
        <pc:graphicFrameChg chg="mod modGraphic">
          <ac:chgData name="Antonio Ventimiglia" userId="03aeda83-a99b-4171-85e0-a45cfa8724cf" providerId="ADAL" clId="{1CE0CEA8-B184-174C-A76B-604701972212}" dt="2025-11-22T02:31:36.298" v="1898" actId="1076"/>
          <ac:graphicFrameMkLst>
            <pc:docMk/>
            <pc:sldMk cId="2323948679" sldId="267"/>
            <ac:graphicFrameMk id="25" creationId="{CAA2C6F1-B599-BBD6-24A3-A268F6ED156D}"/>
          </ac:graphicFrameMkLst>
        </pc:graphicFrameChg>
        <pc:cxnChg chg="add mod">
          <ac:chgData name="Antonio Ventimiglia" userId="03aeda83-a99b-4171-85e0-a45cfa8724cf" providerId="ADAL" clId="{1CE0CEA8-B184-174C-A76B-604701972212}" dt="2025-11-22T02:11:57.402" v="1627" actId="1076"/>
          <ac:cxnSpMkLst>
            <pc:docMk/>
            <pc:sldMk cId="2323948679" sldId="267"/>
            <ac:cxnSpMk id="6" creationId="{886F2653-5F47-E1F6-23D7-27FBE264CB68}"/>
          </ac:cxnSpMkLst>
        </pc:cxnChg>
        <pc:cxnChg chg="add mod">
          <ac:chgData name="Antonio Ventimiglia" userId="03aeda83-a99b-4171-85e0-a45cfa8724cf" providerId="ADAL" clId="{1CE0CEA8-B184-174C-A76B-604701972212}" dt="2025-11-22T02:11:57.402" v="1627" actId="1076"/>
          <ac:cxnSpMkLst>
            <pc:docMk/>
            <pc:sldMk cId="2323948679" sldId="267"/>
            <ac:cxnSpMk id="15" creationId="{90D8B63C-F855-F37C-4B00-B31E9145DE0C}"/>
          </ac:cxnSpMkLst>
        </pc:cxnChg>
        <pc:cxnChg chg="add mod">
          <ac:chgData name="Antonio Ventimiglia" userId="03aeda83-a99b-4171-85e0-a45cfa8724cf" providerId="ADAL" clId="{1CE0CEA8-B184-174C-A76B-604701972212}" dt="2025-11-22T02:11:57.402" v="1627" actId="1076"/>
          <ac:cxnSpMkLst>
            <pc:docMk/>
            <pc:sldMk cId="2323948679" sldId="267"/>
            <ac:cxnSpMk id="20" creationId="{1D19F368-DE1D-5A50-D82C-009A53D45F42}"/>
          </ac:cxnSpMkLst>
        </pc:cxnChg>
        <pc:cxnChg chg="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21" creationId="{58E84D87-88CE-932E-EA68-80D421CE10FF}"/>
          </ac:cxnSpMkLst>
        </pc:cxnChg>
        <pc:cxnChg chg="add mod">
          <ac:chgData name="Antonio Ventimiglia" userId="03aeda83-a99b-4171-85e0-a45cfa8724cf" providerId="ADAL" clId="{1CE0CEA8-B184-174C-A76B-604701972212}" dt="2025-11-22T02:11:57.402" v="1627" actId="1076"/>
          <ac:cxnSpMkLst>
            <pc:docMk/>
            <pc:sldMk cId="2323948679" sldId="267"/>
            <ac:cxnSpMk id="30" creationId="{1EEF7F60-59EB-97F9-9268-D29813CD893A}"/>
          </ac:cxnSpMkLst>
        </pc:cxnChg>
        <pc:cxnChg chg="mod">
          <ac:chgData name="Antonio Ventimiglia" userId="03aeda83-a99b-4171-85e0-a45cfa8724cf" providerId="ADAL" clId="{1CE0CEA8-B184-174C-A76B-604701972212}" dt="2025-11-22T02:31:27.174" v="1895" actId="14100"/>
          <ac:cxnSpMkLst>
            <pc:docMk/>
            <pc:sldMk cId="2323948679" sldId="267"/>
            <ac:cxnSpMk id="31" creationId="{A4782D34-6DB4-F494-F1E9-DB1B68BD37DC}"/>
          </ac:cxnSpMkLst>
        </pc:cxnChg>
        <pc:cxnChg chg="add mod">
          <ac:chgData name="Antonio Ventimiglia" userId="03aeda83-a99b-4171-85e0-a45cfa8724cf" providerId="ADAL" clId="{1CE0CEA8-B184-174C-A76B-604701972212}" dt="2025-11-22T02:12:16.838" v="1632" actId="1076"/>
          <ac:cxnSpMkLst>
            <pc:docMk/>
            <pc:sldMk cId="2323948679" sldId="267"/>
            <ac:cxnSpMk id="37" creationId="{B5E8C5A3-03A4-D032-E021-7F797DEDFDD0}"/>
          </ac:cxnSpMkLst>
        </pc:cxnChg>
        <pc:cxnChg chg="add mod">
          <ac:chgData name="Antonio Ventimiglia" userId="03aeda83-a99b-4171-85e0-a45cfa8724cf" providerId="ADAL" clId="{1CE0CEA8-B184-174C-A76B-604701972212}" dt="2025-11-22T02:12:13.894" v="1631" actId="1076"/>
          <ac:cxnSpMkLst>
            <pc:docMk/>
            <pc:sldMk cId="2323948679" sldId="267"/>
            <ac:cxnSpMk id="38" creationId="{701D7E84-E0DE-1C81-C0C8-ADC48974B75A}"/>
          </ac:cxnSpMkLst>
        </pc:cxnChg>
        <pc:cxnChg chg="add mod">
          <ac:chgData name="Antonio Ventimiglia" userId="03aeda83-a99b-4171-85e0-a45cfa8724cf" providerId="ADAL" clId="{1CE0CEA8-B184-174C-A76B-604701972212}" dt="2025-11-22T02:12:13.894" v="1631" actId="1076"/>
          <ac:cxnSpMkLst>
            <pc:docMk/>
            <pc:sldMk cId="2323948679" sldId="267"/>
            <ac:cxnSpMk id="40" creationId="{963AE017-FED3-AF89-4EA4-2F3B3DB4BC63}"/>
          </ac:cxnSpMkLst>
        </pc:cxnChg>
        <pc:cxnChg chg="add mod">
          <ac:chgData name="Antonio Ventimiglia" userId="03aeda83-a99b-4171-85e0-a45cfa8724cf" providerId="ADAL" clId="{1CE0CEA8-B184-174C-A76B-604701972212}" dt="2025-11-22T02:12:13.894" v="1631" actId="1076"/>
          <ac:cxnSpMkLst>
            <pc:docMk/>
            <pc:sldMk cId="2323948679" sldId="267"/>
            <ac:cxnSpMk id="41" creationId="{D7A8A073-105F-05F8-3977-BB32358450CA}"/>
          </ac:cxnSpMkLst>
        </pc:cxnChg>
        <pc:cxnChg chg="add mod">
          <ac:chgData name="Antonio Ventimiglia" userId="03aeda83-a99b-4171-85e0-a45cfa8724cf" providerId="ADAL" clId="{1CE0CEA8-B184-174C-A76B-604701972212}" dt="2025-11-22T02:13:01.377" v="1645" actId="14100"/>
          <ac:cxnSpMkLst>
            <pc:docMk/>
            <pc:sldMk cId="2323948679" sldId="267"/>
            <ac:cxnSpMk id="47" creationId="{FE0AD6F3-A3E6-4073-82D8-EA4DF204A725}"/>
          </ac:cxnSpMkLst>
        </pc:cxnChg>
        <pc:cxnChg chg="mod">
          <ac:chgData name="Antonio Ventimiglia" userId="03aeda83-a99b-4171-85e0-a45cfa8724cf" providerId="ADAL" clId="{1CE0CEA8-B184-174C-A76B-604701972212}" dt="2025-11-20T22:32:57.134" v="1223" actId="693"/>
          <ac:cxnSpMkLst>
            <pc:docMk/>
            <pc:sldMk cId="2323948679" sldId="267"/>
            <ac:cxnSpMk id="61" creationId="{1F269EEF-D579-021E-44E8-EEDE90E745D7}"/>
          </ac:cxnSpMkLst>
        </pc:cxnChg>
        <pc:cxnChg chg="add mod">
          <ac:chgData name="Antonio Ventimiglia" userId="03aeda83-a99b-4171-85e0-a45cfa8724cf" providerId="ADAL" clId="{1CE0CEA8-B184-174C-A76B-604701972212}" dt="2025-11-22T02:13:19.721" v="1649" actId="1076"/>
          <ac:cxnSpMkLst>
            <pc:docMk/>
            <pc:sldMk cId="2323948679" sldId="267"/>
            <ac:cxnSpMk id="67" creationId="{CA71B4EF-AC51-1F77-FD96-E311D9B44249}"/>
          </ac:cxnSpMkLst>
        </pc:cxnChg>
        <pc:cxnChg chg="add mod">
          <ac:chgData name="Antonio Ventimiglia" userId="03aeda83-a99b-4171-85e0-a45cfa8724cf" providerId="ADAL" clId="{1CE0CEA8-B184-174C-A76B-604701972212}" dt="2025-11-22T02:20:42.214" v="1808" actId="14100"/>
          <ac:cxnSpMkLst>
            <pc:docMk/>
            <pc:sldMk cId="2323948679" sldId="267"/>
            <ac:cxnSpMk id="78" creationId="{60F11025-DD28-9D18-1A99-1AA092819809}"/>
          </ac:cxnSpMkLst>
        </pc:cxnChg>
        <pc:cxnChg chg="add mod">
          <ac:chgData name="Antonio Ventimiglia" userId="03aeda83-a99b-4171-85e0-a45cfa8724cf" providerId="ADAL" clId="{1CE0CEA8-B184-174C-A76B-604701972212}" dt="2025-11-22T02:20:51.559" v="1812" actId="1076"/>
          <ac:cxnSpMkLst>
            <pc:docMk/>
            <pc:sldMk cId="2323948679" sldId="267"/>
            <ac:cxnSpMk id="80" creationId="{509FF51D-5301-3FD7-475C-57C78B474DB9}"/>
          </ac:cxnSpMkLst>
        </pc:cxnChg>
        <pc:cxnChg chg="add mod">
          <ac:chgData name="Antonio Ventimiglia" userId="03aeda83-a99b-4171-85e0-a45cfa8724cf" providerId="ADAL" clId="{1CE0CEA8-B184-174C-A76B-604701972212}" dt="2025-11-22T02:20:59.969" v="1814" actId="1076"/>
          <ac:cxnSpMkLst>
            <pc:docMk/>
            <pc:sldMk cId="2323948679" sldId="267"/>
            <ac:cxnSpMk id="82" creationId="{23D88F17-D564-0C2B-8E6A-5793659531BE}"/>
          </ac:cxnSpMkLst>
        </pc:cxnChg>
        <pc:cxnChg chg="add mod">
          <ac:chgData name="Antonio Ventimiglia" userId="03aeda83-a99b-4171-85e0-a45cfa8724cf" providerId="ADAL" clId="{1CE0CEA8-B184-174C-A76B-604701972212}" dt="2025-11-22T02:25:19.218" v="1822" actId="14100"/>
          <ac:cxnSpMkLst>
            <pc:docMk/>
            <pc:sldMk cId="2323948679" sldId="267"/>
            <ac:cxnSpMk id="85" creationId="{560B88CC-901B-FBD8-B6B7-F609E9049342}"/>
          </ac:cxnSpMkLst>
        </pc:cxnChg>
        <pc:cxnChg chg="add mod">
          <ac:chgData name="Antonio Ventimiglia" userId="03aeda83-a99b-4171-85e0-a45cfa8724cf" providerId="ADAL" clId="{1CE0CEA8-B184-174C-A76B-604701972212}" dt="2025-11-22T02:25:44.597" v="1827" actId="14100"/>
          <ac:cxnSpMkLst>
            <pc:docMk/>
            <pc:sldMk cId="2323948679" sldId="267"/>
            <ac:cxnSpMk id="86" creationId="{11ED66BB-8B3D-E666-928E-DB21D5A7E968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91" creationId="{F3A788E7-3941-A2F6-261A-342D756EC5E3}"/>
          </ac:cxnSpMkLst>
        </pc:cxnChg>
        <pc:cxnChg chg="add mod">
          <ac:chgData name="Antonio Ventimiglia" userId="03aeda83-a99b-4171-85e0-a45cfa8724cf" providerId="ADAL" clId="{1CE0CEA8-B184-174C-A76B-604701972212}" dt="2025-11-22T02:25:55.331" v="1830" actId="14100"/>
          <ac:cxnSpMkLst>
            <pc:docMk/>
            <pc:sldMk cId="2323948679" sldId="267"/>
            <ac:cxnSpMk id="92" creationId="{2E34BC41-E097-5004-805F-5EBA5AC0A40A}"/>
          </ac:cxnSpMkLst>
        </pc:cxnChg>
        <pc:cxnChg chg="add mod">
          <ac:chgData name="Antonio Ventimiglia" userId="03aeda83-a99b-4171-85e0-a45cfa8724cf" providerId="ADAL" clId="{1CE0CEA8-B184-174C-A76B-604701972212}" dt="2025-11-22T02:30:42.284" v="1886" actId="14100"/>
          <ac:cxnSpMkLst>
            <pc:docMk/>
            <pc:sldMk cId="2323948679" sldId="267"/>
            <ac:cxnSpMk id="97" creationId="{9BABA28C-8455-0152-DC18-402661839F09}"/>
          </ac:cxnSpMkLst>
        </pc:cxnChg>
        <pc:cxnChg chg="add mod">
          <ac:chgData name="Antonio Ventimiglia" userId="03aeda83-a99b-4171-85e0-a45cfa8724cf" providerId="ADAL" clId="{1CE0CEA8-B184-174C-A76B-604701972212}" dt="2025-11-22T02:30:46.860" v="1888" actId="1076"/>
          <ac:cxnSpMkLst>
            <pc:docMk/>
            <pc:sldMk cId="2323948679" sldId="267"/>
            <ac:cxnSpMk id="101" creationId="{B91BE7D8-03EC-4E5D-5FC8-11A098A3C350}"/>
          </ac:cxnSpMkLst>
        </pc:cxnChg>
        <pc:cxnChg chg="add mod">
          <ac:chgData name="Antonio Ventimiglia" userId="03aeda83-a99b-4171-85e0-a45cfa8724cf" providerId="ADAL" clId="{1CE0CEA8-B184-174C-A76B-604701972212}" dt="2025-11-22T02:31:04.716" v="1893" actId="14100"/>
          <ac:cxnSpMkLst>
            <pc:docMk/>
            <pc:sldMk cId="2323948679" sldId="267"/>
            <ac:cxnSpMk id="102" creationId="{5E783519-9DB5-14E3-81F5-D3F8E069A5B1}"/>
          </ac:cxnSpMkLst>
        </pc:cxnChg>
        <pc:cxnChg chg="add del mod">
          <ac:chgData name="Antonio Ventimiglia" userId="03aeda83-a99b-4171-85e0-a45cfa8724cf" providerId="ADAL" clId="{1CE0CEA8-B184-174C-A76B-604701972212}" dt="2025-11-22T02:22:19.111" v="1816" actId="14100"/>
          <ac:cxnSpMkLst>
            <pc:docMk/>
            <pc:sldMk cId="2323948679" sldId="267"/>
            <ac:cxnSpMk id="117" creationId="{D7AB374D-8B5D-66D0-AAAF-931D2A3DE3D1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23" creationId="{F319152C-787D-87D0-2259-0649EFEEE33D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29" creationId="{A12D89BA-5A87-9D60-CF9B-ADD762A11466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38" creationId="{C27FFD4D-8D10-F131-C06F-A374ED8D03BD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39" creationId="{D8F0B548-4BD0-44DE-16BE-1B57B65E4F23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40" creationId="{1B7D6ED6-8CEF-C044-9E8A-3CA1C88FB3CE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41" creationId="{AAB79899-0CD1-C9EB-F36B-C26517D0EBAF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43" creationId="{9C8AD4C7-9562-AE95-B0AE-31B8FCD80B39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56" creationId="{153BC534-45B6-51B4-980D-8B03C792E25F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59" creationId="{5857DF33-76E6-C16B-301E-5299DEC1DC78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0" creationId="{3F45D7B4-F0D5-A209-F47F-9C59801132A1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1" creationId="{F9E9BAD7-0BB9-7A61-051D-9B2285F185F7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3" creationId="{3B988041-C860-84A1-9AD7-5644787F36FF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4" creationId="{EE914DBD-2C1E-3619-1A3A-B433162A5AE8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5" creationId="{2953ED4B-0803-5F75-1E21-4EDF821F0F0F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6" creationId="{B1BA5930-9AAA-F7A9-2EC1-717CA89EB3C4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7" creationId="{2DC9D67D-17BF-11BB-A50A-4392AD64A926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68" creationId="{C1973F9E-AAE4-697B-DF90-C9A2915F24C9}"/>
          </ac:cxnSpMkLst>
        </pc:cxnChg>
        <pc:cxnChg chg="add del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170" creationId="{8D5446F1-DB79-8429-BD93-4207003ECFE4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0" creationId="{904C2EC9-CDBE-359B-3F90-7770C6547C02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1" creationId="{AD609913-9EEE-5F2A-8723-FCBE7FFD319D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2" creationId="{1CDE6EE6-1551-0B77-F722-325BA85F7AAC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3" creationId="{462502C1-3A3D-5B64-F4A6-AA16A3246F48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4" creationId="{06E5C9DD-5592-F436-5999-CE665FD3345B}"/>
          </ac:cxnSpMkLst>
        </pc:cxnChg>
        <pc:cxnChg chg="add mod">
          <ac:chgData name="Antonio Ventimiglia" userId="03aeda83-a99b-4171-85e0-a45cfa8724cf" providerId="ADAL" clId="{1CE0CEA8-B184-174C-A76B-604701972212}" dt="2025-11-22T02:20:22.246" v="1802" actId="1037"/>
          <ac:cxnSpMkLst>
            <pc:docMk/>
            <pc:sldMk cId="2323948679" sldId="267"/>
            <ac:cxnSpMk id="185" creationId="{6126CCA9-E93C-29BF-8E3C-4379285BC39B}"/>
          </ac:cxnSpMkLst>
        </pc:cxnChg>
        <pc:cxnChg chg="add mod">
          <ac:chgData name="Antonio Ventimiglia" userId="03aeda83-a99b-4171-85e0-a45cfa8724cf" providerId="ADAL" clId="{1CE0CEA8-B184-174C-A76B-604701972212}" dt="2025-11-22T02:31:23.250" v="1894" actId="1076"/>
          <ac:cxnSpMkLst>
            <pc:docMk/>
            <pc:sldMk cId="2323948679" sldId="267"/>
            <ac:cxnSpMk id="216" creationId="{A8D8BACE-284F-292C-2910-B7A99F6398FA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224" creationId="{BFDA4C6F-E0A6-F40D-05FE-68AFEF3B02F5}"/>
          </ac:cxnSpMkLst>
        </pc:cxnChg>
        <pc:cxnChg chg="add mod">
          <ac:chgData name="Antonio Ventimiglia" userId="03aeda83-a99b-4171-85e0-a45cfa8724cf" providerId="ADAL" clId="{1CE0CEA8-B184-174C-A76B-604701972212}" dt="2025-11-22T02:30:18.705" v="1881" actId="1036"/>
          <ac:cxnSpMkLst>
            <pc:docMk/>
            <pc:sldMk cId="2323948679" sldId="267"/>
            <ac:cxnSpMk id="226" creationId="{31FAF96E-D986-FA7A-9325-A6A42744CEE8}"/>
          </ac:cxnSpMkLst>
        </pc:cxnChg>
        <pc:cxnChg chg="add mod">
          <ac:chgData name="Antonio Ventimiglia" userId="03aeda83-a99b-4171-85e0-a45cfa8724cf" providerId="ADAL" clId="{1CE0CEA8-B184-174C-A76B-604701972212}" dt="2025-11-22T02:30:30.506" v="1882" actId="1076"/>
          <ac:cxnSpMkLst>
            <pc:docMk/>
            <pc:sldMk cId="2323948679" sldId="267"/>
            <ac:cxnSpMk id="228" creationId="{933A0A1F-8D39-E4BA-C238-7F93D7CFE7C8}"/>
          </ac:cxnSpMkLst>
        </pc:cxnChg>
        <pc:cxnChg chg="add mod">
          <ac:chgData name="Antonio Ventimiglia" userId="03aeda83-a99b-4171-85e0-a45cfa8724cf" providerId="ADAL" clId="{1CE0CEA8-B184-174C-A76B-604701972212}" dt="2025-11-22T02:28:11.687" v="1831" actId="14100"/>
          <ac:cxnSpMkLst>
            <pc:docMk/>
            <pc:sldMk cId="2323948679" sldId="267"/>
            <ac:cxnSpMk id="232" creationId="{8DB7E384-37C2-F2D2-E2B4-1002B9CA0477}"/>
          </ac:cxnSpMkLst>
        </pc:cxnChg>
      </pc:sldChg>
    </pc:docChg>
  </pc:docChgLst>
  <pc:docChgLst>
    <pc:chgData name="Antonio Ventimiglia" userId="03aeda83-a99b-4171-85e0-a45cfa8724cf" providerId="ADAL" clId="{EAEAD219-5304-447D-B2A9-A546B653A120}"/>
    <pc:docChg chg="undo custSel addSld modSld sldOrd modSection">
      <pc:chgData name="Antonio Ventimiglia" userId="03aeda83-a99b-4171-85e0-a45cfa8724cf" providerId="ADAL" clId="{EAEAD219-5304-447D-B2A9-A546B653A120}" dt="2025-11-29T09:24:34.142" v="3273" actId="14100"/>
      <pc:docMkLst>
        <pc:docMk/>
      </pc:docMkLst>
      <pc:sldChg chg="addSp delSp modSp mod">
        <pc:chgData name="Antonio Ventimiglia" userId="03aeda83-a99b-4171-85e0-a45cfa8724cf" providerId="ADAL" clId="{EAEAD219-5304-447D-B2A9-A546B653A120}" dt="2025-11-29T09:23:34.674" v="3255" actId="1038"/>
        <pc:sldMkLst>
          <pc:docMk/>
          <pc:sldMk cId="2534193516" sldId="260"/>
        </pc:sldMkLst>
        <pc:spChg chg="add mod">
          <ac:chgData name="Antonio Ventimiglia" userId="03aeda83-a99b-4171-85e0-a45cfa8724cf" providerId="ADAL" clId="{EAEAD219-5304-447D-B2A9-A546B653A120}" dt="2025-11-29T00:56:48.409" v="2567" actId="255"/>
          <ac:spMkLst>
            <pc:docMk/>
            <pc:sldMk cId="2534193516" sldId="260"/>
            <ac:spMk id="11" creationId="{8EA361CF-162B-8882-D001-4CF5AEC90963}"/>
          </ac:spMkLst>
        </pc:spChg>
        <pc:spChg chg="add mod">
          <ac:chgData name="Antonio Ventimiglia" userId="03aeda83-a99b-4171-85e0-a45cfa8724cf" providerId="ADAL" clId="{EAEAD219-5304-447D-B2A9-A546B653A120}" dt="2025-11-28T21:29:27.802" v="362" actId="1076"/>
          <ac:spMkLst>
            <pc:docMk/>
            <pc:sldMk cId="2534193516" sldId="260"/>
            <ac:spMk id="21" creationId="{ECA686F4-8095-B2DF-2356-62289BF5DF87}"/>
          </ac:spMkLst>
        </pc:spChg>
        <pc:spChg chg="mod">
          <ac:chgData name="Antonio Ventimiglia" userId="03aeda83-a99b-4171-85e0-a45cfa8724cf" providerId="ADAL" clId="{EAEAD219-5304-447D-B2A9-A546B653A120}" dt="2025-11-29T08:54:23.634" v="3239" actId="1036"/>
          <ac:spMkLst>
            <pc:docMk/>
            <pc:sldMk cId="2534193516" sldId="260"/>
            <ac:spMk id="29" creationId="{46AF9770-8350-4A86-6232-ACBDCDFC9B8A}"/>
          </ac:spMkLst>
        </pc:spChg>
        <pc:spChg chg="add mod">
          <ac:chgData name="Antonio Ventimiglia" userId="03aeda83-a99b-4171-85e0-a45cfa8724cf" providerId="ADAL" clId="{EAEAD219-5304-447D-B2A9-A546B653A120}" dt="2025-11-29T09:23:34.674" v="3255" actId="1038"/>
          <ac:spMkLst>
            <pc:docMk/>
            <pc:sldMk cId="2534193516" sldId="260"/>
            <ac:spMk id="33" creationId="{0B0384F2-99AC-0341-ED46-20D0D17E8111}"/>
          </ac:spMkLst>
        </pc:spChg>
        <pc:spChg chg="add mod">
          <ac:chgData name="Antonio Ventimiglia" userId="03aeda83-a99b-4171-85e0-a45cfa8724cf" providerId="ADAL" clId="{EAEAD219-5304-447D-B2A9-A546B653A120}" dt="2025-11-28T21:29:58.591" v="374" actId="1038"/>
          <ac:spMkLst>
            <pc:docMk/>
            <pc:sldMk cId="2534193516" sldId="260"/>
            <ac:spMk id="37" creationId="{B3E1FBC4-8E19-22FB-761C-22E630B27EE3}"/>
          </ac:spMkLst>
        </pc:spChg>
        <pc:spChg chg="add mod">
          <ac:chgData name="Antonio Ventimiglia" userId="03aeda83-a99b-4171-85e0-a45cfa8724cf" providerId="ADAL" clId="{EAEAD219-5304-447D-B2A9-A546B653A120}" dt="2025-11-29T00:56:34.205" v="2563" actId="27636"/>
          <ac:spMkLst>
            <pc:docMk/>
            <pc:sldMk cId="2534193516" sldId="260"/>
            <ac:spMk id="58" creationId="{C8725A73-63C7-262A-C403-0013C0D0EBA2}"/>
          </ac:spMkLst>
        </pc:spChg>
        <pc:spChg chg="add del mod">
          <ac:chgData name="Antonio Ventimiglia" userId="03aeda83-a99b-4171-85e0-a45cfa8724cf" providerId="ADAL" clId="{EAEAD219-5304-447D-B2A9-A546B653A120}" dt="2025-11-29T00:57:07.402" v="2572" actId="478"/>
          <ac:spMkLst>
            <pc:docMk/>
            <pc:sldMk cId="2534193516" sldId="260"/>
            <ac:spMk id="65" creationId="{322B462B-1A0C-92C1-BF4E-FE963EC0288D}"/>
          </ac:spMkLst>
        </pc:spChg>
        <pc:spChg chg="mod">
          <ac:chgData name="Antonio Ventimiglia" userId="03aeda83-a99b-4171-85e0-a45cfa8724cf" providerId="ADAL" clId="{EAEAD219-5304-447D-B2A9-A546B653A120}" dt="2025-11-28T21:27:13.006" v="263" actId="20577"/>
          <ac:spMkLst>
            <pc:docMk/>
            <pc:sldMk cId="2534193516" sldId="260"/>
            <ac:spMk id="106" creationId="{92A59688-69AD-9296-D47C-CCB5C7DBAEBC}"/>
          </ac:spMkLst>
        </pc:spChg>
        <pc:spChg chg="del">
          <ac:chgData name="Antonio Ventimiglia" userId="03aeda83-a99b-4171-85e0-a45cfa8724cf" providerId="ADAL" clId="{EAEAD219-5304-447D-B2A9-A546B653A120}" dt="2025-11-28T21:24:22.612" v="234" actId="478"/>
          <ac:spMkLst>
            <pc:docMk/>
            <pc:sldMk cId="2534193516" sldId="260"/>
            <ac:spMk id="107" creationId="{A2283575-1F44-E7F5-E3B3-EEB1D5198144}"/>
          </ac:spMkLst>
        </pc:spChg>
        <pc:spChg chg="del mod">
          <ac:chgData name="Antonio Ventimiglia" userId="03aeda83-a99b-4171-85e0-a45cfa8724cf" providerId="ADAL" clId="{EAEAD219-5304-447D-B2A9-A546B653A120}" dt="2025-11-28T21:25:48.948" v="236" actId="478"/>
          <ac:spMkLst>
            <pc:docMk/>
            <pc:sldMk cId="2534193516" sldId="260"/>
            <ac:spMk id="108" creationId="{ED02C962-102C-237B-D716-0286A1DFA064}"/>
          </ac:spMkLst>
        </pc:spChg>
        <pc:spChg chg="del">
          <ac:chgData name="Antonio Ventimiglia" userId="03aeda83-a99b-4171-85e0-a45cfa8724cf" providerId="ADAL" clId="{EAEAD219-5304-447D-B2A9-A546B653A120}" dt="2025-11-28T21:25:58.067" v="242" actId="478"/>
          <ac:spMkLst>
            <pc:docMk/>
            <pc:sldMk cId="2534193516" sldId="260"/>
            <ac:spMk id="109" creationId="{0CA89914-5432-50C7-4EAB-073941FBF7D7}"/>
          </ac:spMkLst>
        </pc:spChg>
        <pc:spChg chg="del">
          <ac:chgData name="Antonio Ventimiglia" userId="03aeda83-a99b-4171-85e0-a45cfa8724cf" providerId="ADAL" clId="{EAEAD219-5304-447D-B2A9-A546B653A120}" dt="2025-11-28T21:30:34.270" v="387" actId="478"/>
          <ac:spMkLst>
            <pc:docMk/>
            <pc:sldMk cId="2534193516" sldId="260"/>
            <ac:spMk id="124" creationId="{10A37590-55FA-1860-7C9F-CB61B297FAC1}"/>
          </ac:spMkLst>
        </pc:spChg>
        <pc:spChg chg="del">
          <ac:chgData name="Antonio Ventimiglia" userId="03aeda83-a99b-4171-85e0-a45cfa8724cf" providerId="ADAL" clId="{EAEAD219-5304-447D-B2A9-A546B653A120}" dt="2025-11-28T21:32:27.881" v="416" actId="478"/>
          <ac:spMkLst>
            <pc:docMk/>
            <pc:sldMk cId="2534193516" sldId="260"/>
            <ac:spMk id="125" creationId="{FAB39E7F-03B7-1E50-115C-CF9B8F41B1F8}"/>
          </ac:spMkLst>
        </pc:spChg>
        <pc:spChg chg="del">
          <ac:chgData name="Antonio Ventimiglia" userId="03aeda83-a99b-4171-85e0-a45cfa8724cf" providerId="ADAL" clId="{EAEAD219-5304-447D-B2A9-A546B653A120}" dt="2025-11-28T21:30:40.513" v="388" actId="478"/>
          <ac:spMkLst>
            <pc:docMk/>
            <pc:sldMk cId="2534193516" sldId="260"/>
            <ac:spMk id="156" creationId="{5CA1A2DE-4875-7EC9-B841-CCEB0F567AD1}"/>
          </ac:spMkLst>
        </pc:spChg>
        <pc:spChg chg="del">
          <ac:chgData name="Antonio Ventimiglia" userId="03aeda83-a99b-4171-85e0-a45cfa8724cf" providerId="ADAL" clId="{EAEAD219-5304-447D-B2A9-A546B653A120}" dt="2025-11-28T21:30:27.411" v="384" actId="478"/>
          <ac:spMkLst>
            <pc:docMk/>
            <pc:sldMk cId="2534193516" sldId="260"/>
            <ac:spMk id="157" creationId="{B8973E92-C7D2-FBEA-FAE1-03083155EF46}"/>
          </ac:spMkLst>
        </pc:spChg>
        <pc:spChg chg="del">
          <ac:chgData name="Antonio Ventimiglia" userId="03aeda83-a99b-4171-85e0-a45cfa8724cf" providerId="ADAL" clId="{EAEAD219-5304-447D-B2A9-A546B653A120}" dt="2025-11-28T21:30:29.460" v="385" actId="478"/>
          <ac:spMkLst>
            <pc:docMk/>
            <pc:sldMk cId="2534193516" sldId="260"/>
            <ac:spMk id="158" creationId="{B8067C2F-EB1B-1D5C-30FD-BF9EF17A0589}"/>
          </ac:spMkLst>
        </pc:spChg>
        <pc:spChg chg="del">
          <ac:chgData name="Antonio Ventimiglia" userId="03aeda83-a99b-4171-85e0-a45cfa8724cf" providerId="ADAL" clId="{EAEAD219-5304-447D-B2A9-A546B653A120}" dt="2025-11-28T21:31:12.238" v="400" actId="478"/>
          <ac:spMkLst>
            <pc:docMk/>
            <pc:sldMk cId="2534193516" sldId="260"/>
            <ac:spMk id="159" creationId="{EF1DDBCF-D25C-594A-2BB2-FD0223D5024E}"/>
          </ac:spMkLst>
        </pc:spChg>
        <pc:spChg chg="del">
          <ac:chgData name="Antonio Ventimiglia" userId="03aeda83-a99b-4171-85e0-a45cfa8724cf" providerId="ADAL" clId="{EAEAD219-5304-447D-B2A9-A546B653A120}" dt="2025-11-28T21:30:31.440" v="386" actId="478"/>
          <ac:spMkLst>
            <pc:docMk/>
            <pc:sldMk cId="2534193516" sldId="260"/>
            <ac:spMk id="179" creationId="{D9541B53-0634-AD24-ABD6-00E677F81A7F}"/>
          </ac:spMkLst>
        </pc:spChg>
        <pc:spChg chg="del">
          <ac:chgData name="Antonio Ventimiglia" userId="03aeda83-a99b-4171-85e0-a45cfa8724cf" providerId="ADAL" clId="{EAEAD219-5304-447D-B2A9-A546B653A120}" dt="2025-11-28T21:31:10.114" v="399" actId="478"/>
          <ac:spMkLst>
            <pc:docMk/>
            <pc:sldMk cId="2534193516" sldId="260"/>
            <ac:spMk id="204" creationId="{DCDD36ED-2696-1B49-D618-A71BE4B70F7A}"/>
          </ac:spMkLst>
        </pc:spChg>
        <pc:spChg chg="del">
          <ac:chgData name="Antonio Ventimiglia" userId="03aeda83-a99b-4171-85e0-a45cfa8724cf" providerId="ADAL" clId="{EAEAD219-5304-447D-B2A9-A546B653A120}" dt="2025-11-28T21:31:02.379" v="395" actId="478"/>
          <ac:spMkLst>
            <pc:docMk/>
            <pc:sldMk cId="2534193516" sldId="260"/>
            <ac:spMk id="205" creationId="{CA686D20-1757-C856-68FE-66F0BEFD7D76}"/>
          </ac:spMkLst>
        </pc:spChg>
        <pc:spChg chg="del">
          <ac:chgData name="Antonio Ventimiglia" userId="03aeda83-a99b-4171-85e0-a45cfa8724cf" providerId="ADAL" clId="{EAEAD219-5304-447D-B2A9-A546B653A120}" dt="2025-11-28T21:31:04.524" v="396" actId="478"/>
          <ac:spMkLst>
            <pc:docMk/>
            <pc:sldMk cId="2534193516" sldId="260"/>
            <ac:spMk id="212" creationId="{17ADCCC8-96CE-7B47-23C4-6EE37DF699E6}"/>
          </ac:spMkLst>
        </pc:spChg>
        <pc:spChg chg="del">
          <ac:chgData name="Antonio Ventimiglia" userId="03aeda83-a99b-4171-85e0-a45cfa8724cf" providerId="ADAL" clId="{EAEAD219-5304-447D-B2A9-A546B653A120}" dt="2025-11-28T21:33:44.419" v="417" actId="478"/>
          <ac:spMkLst>
            <pc:docMk/>
            <pc:sldMk cId="2534193516" sldId="260"/>
            <ac:spMk id="277" creationId="{B706432C-A185-E73D-D53E-7DEC5562940F}"/>
          </ac:spMkLst>
        </pc:spChg>
        <pc:grpChg chg="add del mod">
          <ac:chgData name="Antonio Ventimiglia" userId="03aeda83-a99b-4171-85e0-a45cfa8724cf" providerId="ADAL" clId="{EAEAD219-5304-447D-B2A9-A546B653A120}" dt="2025-11-29T01:30:45.053" v="3223" actId="14100"/>
          <ac:grpSpMkLst>
            <pc:docMk/>
            <pc:sldMk cId="2534193516" sldId="260"/>
            <ac:grpSpMk id="283" creationId="{E760B992-FFFF-4EFE-AC1E-6CAA66AE2336}"/>
          </ac:grpSpMkLst>
        </pc:grpChg>
        <pc:cxnChg chg="add mod">
          <ac:chgData name="Antonio Ventimiglia" userId="03aeda83-a99b-4171-85e0-a45cfa8724cf" providerId="ADAL" clId="{EAEAD219-5304-447D-B2A9-A546B653A120}" dt="2025-11-29T01:30:45.053" v="3223" actId="14100"/>
          <ac:cxnSpMkLst>
            <pc:docMk/>
            <pc:sldMk cId="2534193516" sldId="260"/>
            <ac:cxnSpMk id="7" creationId="{D173A3A7-6908-0056-358C-F5BEF1CDF1C3}"/>
          </ac:cxnSpMkLst>
        </pc:cxnChg>
        <pc:cxnChg chg="mod">
          <ac:chgData name="Antonio Ventimiglia" userId="03aeda83-a99b-4171-85e0-a45cfa8724cf" providerId="ADAL" clId="{EAEAD219-5304-447D-B2A9-A546B653A120}" dt="2025-11-28T21:30:09.030" v="378" actId="478"/>
          <ac:cxnSpMkLst>
            <pc:docMk/>
            <pc:sldMk cId="2534193516" sldId="260"/>
            <ac:cxnSpMk id="8" creationId="{E950B3FE-BEDC-3B9B-809E-71E66D8CDBD0}"/>
          </ac:cxnSpMkLst>
        </pc:cxnChg>
        <pc:cxnChg chg="mod">
          <ac:chgData name="Antonio Ventimiglia" userId="03aeda83-a99b-4171-85e0-a45cfa8724cf" providerId="ADAL" clId="{EAEAD219-5304-447D-B2A9-A546B653A120}" dt="2025-11-28T21:30:09.030" v="378" actId="478"/>
          <ac:cxnSpMkLst>
            <pc:docMk/>
            <pc:sldMk cId="2534193516" sldId="260"/>
            <ac:cxnSpMk id="26" creationId="{AE6E3E61-C5C4-3F5B-3387-D0D77DBDB981}"/>
          </ac:cxnSpMkLst>
        </pc:cxnChg>
        <pc:cxnChg chg="mod">
          <ac:chgData name="Antonio Ventimiglia" userId="03aeda83-a99b-4171-85e0-a45cfa8724cf" providerId="ADAL" clId="{EAEAD219-5304-447D-B2A9-A546B653A120}" dt="2025-11-29T08:54:23.634" v="3239" actId="1036"/>
          <ac:cxnSpMkLst>
            <pc:docMk/>
            <pc:sldMk cId="2534193516" sldId="260"/>
            <ac:cxnSpMk id="30" creationId="{51C9E1DC-98AF-4B38-E123-C87B932F2761}"/>
          </ac:cxnSpMkLst>
        </pc:cxnChg>
        <pc:cxnChg chg="add mod">
          <ac:chgData name="Antonio Ventimiglia" userId="03aeda83-a99b-4171-85e0-a45cfa8724cf" providerId="ADAL" clId="{EAEAD219-5304-447D-B2A9-A546B653A120}" dt="2025-11-28T21:29:58.591" v="374" actId="1038"/>
          <ac:cxnSpMkLst>
            <pc:docMk/>
            <pc:sldMk cId="2534193516" sldId="260"/>
            <ac:cxnSpMk id="36" creationId="{E95C34F0-F559-CAD5-5A38-C3F208E8679B}"/>
          </ac:cxnSpMkLst>
        </pc:cxnChg>
        <pc:cxnChg chg="del mod">
          <ac:chgData name="Antonio Ventimiglia" userId="03aeda83-a99b-4171-85e0-a45cfa8724cf" providerId="ADAL" clId="{EAEAD219-5304-447D-B2A9-A546B653A120}" dt="2025-11-29T08:54:25.960" v="3240" actId="478"/>
          <ac:cxnSpMkLst>
            <pc:docMk/>
            <pc:sldMk cId="2534193516" sldId="260"/>
            <ac:cxnSpMk id="42" creationId="{75B5D733-E83E-B0E7-A7CD-CDC4D3058610}"/>
          </ac:cxnSpMkLst>
        </pc:cxnChg>
        <pc:cxnChg chg="add mod">
          <ac:chgData name="Antonio Ventimiglia" userId="03aeda83-a99b-4171-85e0-a45cfa8724cf" providerId="ADAL" clId="{EAEAD219-5304-447D-B2A9-A546B653A120}" dt="2025-11-29T01:31:04.280" v="3226" actId="14100"/>
          <ac:cxnSpMkLst>
            <pc:docMk/>
            <pc:sldMk cId="2534193516" sldId="260"/>
            <ac:cxnSpMk id="47" creationId="{42161411-51FC-1372-DB21-A014FD2B5A6E}"/>
          </ac:cxnSpMkLst>
        </pc:cxnChg>
        <pc:cxnChg chg="add mod">
          <ac:chgData name="Antonio Ventimiglia" userId="03aeda83-a99b-4171-85e0-a45cfa8724cf" providerId="ADAL" clId="{EAEAD219-5304-447D-B2A9-A546B653A120}" dt="2025-11-29T00:56:47.729" v="2566" actId="14100"/>
          <ac:cxnSpMkLst>
            <pc:docMk/>
            <pc:sldMk cId="2534193516" sldId="260"/>
            <ac:cxnSpMk id="50" creationId="{4E063894-D895-E9A1-0148-AB1FEE54A2B7}"/>
          </ac:cxnSpMkLst>
        </pc:cxnChg>
        <pc:cxnChg chg="add mod">
          <ac:chgData name="Antonio Ventimiglia" userId="03aeda83-a99b-4171-85e0-a45cfa8724cf" providerId="ADAL" clId="{EAEAD219-5304-447D-B2A9-A546B653A120}" dt="2025-11-29T00:57:26.750" v="2577" actId="14100"/>
          <ac:cxnSpMkLst>
            <pc:docMk/>
            <pc:sldMk cId="2534193516" sldId="260"/>
            <ac:cxnSpMk id="54" creationId="{D81F1360-FB72-C434-8950-DD62773690F6}"/>
          </ac:cxnSpMkLst>
        </pc:cxnChg>
        <pc:cxnChg chg="add mod">
          <ac:chgData name="Antonio Ventimiglia" userId="03aeda83-a99b-4171-85e0-a45cfa8724cf" providerId="ADAL" clId="{EAEAD219-5304-447D-B2A9-A546B653A120}" dt="2025-11-29T00:57:02.541" v="2570" actId="14100"/>
          <ac:cxnSpMkLst>
            <pc:docMk/>
            <pc:sldMk cId="2534193516" sldId="260"/>
            <ac:cxnSpMk id="61" creationId="{C0A75133-F7A4-6C15-BA2C-FFBB78E878A2}"/>
          </ac:cxnSpMkLst>
        </pc:cxnChg>
        <pc:cxnChg chg="del mod">
          <ac:chgData name="Antonio Ventimiglia" userId="03aeda83-a99b-4171-85e0-a45cfa8724cf" providerId="ADAL" clId="{EAEAD219-5304-447D-B2A9-A546B653A120}" dt="2025-11-28T21:22:27.939" v="200" actId="478"/>
          <ac:cxnSpMkLst>
            <pc:docMk/>
            <pc:sldMk cId="2534193516" sldId="260"/>
            <ac:cxnSpMk id="64" creationId="{86A17373-159B-3A10-47EF-39C982F852CB}"/>
          </ac:cxnSpMkLst>
        </pc:cxnChg>
        <pc:cxnChg chg="add mod">
          <ac:chgData name="Antonio Ventimiglia" userId="03aeda83-a99b-4171-85e0-a45cfa8724cf" providerId="ADAL" clId="{EAEAD219-5304-447D-B2A9-A546B653A120}" dt="2025-11-29T00:57:15.983" v="2576" actId="14100"/>
          <ac:cxnSpMkLst>
            <pc:docMk/>
            <pc:sldMk cId="2534193516" sldId="260"/>
            <ac:cxnSpMk id="66" creationId="{A55D005A-1F6D-09E7-0A5D-5E55126F27FF}"/>
          </ac:cxnSpMkLst>
        </pc:cxnChg>
        <pc:cxnChg chg="del mod">
          <ac:chgData name="Antonio Ventimiglia" userId="03aeda83-a99b-4171-85e0-a45cfa8724cf" providerId="ADAL" clId="{EAEAD219-5304-447D-B2A9-A546B653A120}" dt="2025-11-28T21:25:53.384" v="239" actId="478"/>
          <ac:cxnSpMkLst>
            <pc:docMk/>
            <pc:sldMk cId="2534193516" sldId="260"/>
            <ac:cxnSpMk id="74" creationId="{57974271-BF38-CFDF-1655-9BE15F6F68B9}"/>
          </ac:cxnSpMkLst>
        </pc:cxnChg>
        <pc:cxnChg chg="add mod">
          <ac:chgData name="Antonio Ventimiglia" userId="03aeda83-a99b-4171-85e0-a45cfa8724cf" providerId="ADAL" clId="{EAEAD219-5304-447D-B2A9-A546B653A120}" dt="2025-11-29T08:54:35.233" v="3244" actId="14100"/>
          <ac:cxnSpMkLst>
            <pc:docMk/>
            <pc:sldMk cId="2534193516" sldId="260"/>
            <ac:cxnSpMk id="75" creationId="{608AF4F5-871E-CC5F-8663-AD0647C2FBF6}"/>
          </ac:cxnSpMkLst>
        </pc:cxnChg>
        <pc:cxnChg chg="add del mod">
          <ac:chgData name="Antonio Ventimiglia" userId="03aeda83-a99b-4171-85e0-a45cfa8724cf" providerId="ADAL" clId="{EAEAD219-5304-447D-B2A9-A546B653A120}" dt="2025-11-28T21:30:09.030" v="378" actId="478"/>
          <ac:cxnSpMkLst>
            <pc:docMk/>
            <pc:sldMk cId="2534193516" sldId="260"/>
            <ac:cxnSpMk id="82" creationId="{9A413615-6D0E-F040-2736-AB824025A19E}"/>
          </ac:cxnSpMkLst>
        </pc:cxnChg>
        <pc:cxnChg chg="del mod">
          <ac:chgData name="Antonio Ventimiglia" userId="03aeda83-a99b-4171-85e0-a45cfa8724cf" providerId="ADAL" clId="{EAEAD219-5304-447D-B2A9-A546B653A120}" dt="2025-11-28T21:30:10.998" v="379" actId="478"/>
          <ac:cxnSpMkLst>
            <pc:docMk/>
            <pc:sldMk cId="2534193516" sldId="260"/>
            <ac:cxnSpMk id="118" creationId="{2969A971-B7A5-588A-55CB-4B4AFE2A29D2}"/>
          </ac:cxnSpMkLst>
        </pc:cxnChg>
        <pc:cxnChg chg="del mod">
          <ac:chgData name="Antonio Ventimiglia" userId="03aeda83-a99b-4171-85e0-a45cfa8724cf" providerId="ADAL" clId="{EAEAD219-5304-447D-B2A9-A546B653A120}" dt="2025-11-28T21:30:05.400" v="375" actId="478"/>
          <ac:cxnSpMkLst>
            <pc:docMk/>
            <pc:sldMk cId="2534193516" sldId="260"/>
            <ac:cxnSpMk id="120" creationId="{1A8146AF-9AA7-300B-7C3A-347D77083FE2}"/>
          </ac:cxnSpMkLst>
        </pc:cxnChg>
        <pc:cxnChg chg="del mod">
          <ac:chgData name="Antonio Ventimiglia" userId="03aeda83-a99b-4171-85e0-a45cfa8724cf" providerId="ADAL" clId="{EAEAD219-5304-447D-B2A9-A546B653A120}" dt="2025-11-28T21:30:24.446" v="383" actId="478"/>
          <ac:cxnSpMkLst>
            <pc:docMk/>
            <pc:sldMk cId="2534193516" sldId="260"/>
            <ac:cxnSpMk id="148" creationId="{DAE190F5-B26C-2F15-A2F1-198FDC629115}"/>
          </ac:cxnSpMkLst>
        </pc:cxnChg>
        <pc:cxnChg chg="del mod">
          <ac:chgData name="Antonio Ventimiglia" userId="03aeda83-a99b-4171-85e0-a45cfa8724cf" providerId="ADAL" clId="{EAEAD219-5304-447D-B2A9-A546B653A120}" dt="2025-11-28T21:30:22.073" v="382" actId="478"/>
          <ac:cxnSpMkLst>
            <pc:docMk/>
            <pc:sldMk cId="2534193516" sldId="260"/>
            <ac:cxnSpMk id="151" creationId="{CB1B37B9-7CCF-A9C7-2E1E-C4CD2F59F2B8}"/>
          </ac:cxnSpMkLst>
        </pc:cxnChg>
        <pc:cxnChg chg="del mod">
          <ac:chgData name="Antonio Ventimiglia" userId="03aeda83-a99b-4171-85e0-a45cfa8724cf" providerId="ADAL" clId="{EAEAD219-5304-447D-B2A9-A546B653A120}" dt="2025-11-28T21:30:19.535" v="381" actId="478"/>
          <ac:cxnSpMkLst>
            <pc:docMk/>
            <pc:sldMk cId="2534193516" sldId="260"/>
            <ac:cxnSpMk id="153" creationId="{D1BB057A-6CB2-7D54-450D-84A505AF2265}"/>
          </ac:cxnSpMkLst>
        </pc:cxnChg>
        <pc:cxnChg chg="del mod">
          <ac:chgData name="Antonio Ventimiglia" userId="03aeda83-a99b-4171-85e0-a45cfa8724cf" providerId="ADAL" clId="{EAEAD219-5304-447D-B2A9-A546B653A120}" dt="2025-11-28T21:30:13.730" v="380" actId="478"/>
          <ac:cxnSpMkLst>
            <pc:docMk/>
            <pc:sldMk cId="2534193516" sldId="260"/>
            <ac:cxnSpMk id="155" creationId="{5AB3419B-9504-1D8C-C05C-ABE593F33027}"/>
          </ac:cxnSpMkLst>
        </pc:cxnChg>
        <pc:cxnChg chg="del mod">
          <ac:chgData name="Antonio Ventimiglia" userId="03aeda83-a99b-4171-85e0-a45cfa8724cf" providerId="ADAL" clId="{EAEAD219-5304-447D-B2A9-A546B653A120}" dt="2025-11-28T21:30:07.126" v="376" actId="478"/>
          <ac:cxnSpMkLst>
            <pc:docMk/>
            <pc:sldMk cId="2534193516" sldId="260"/>
            <ac:cxnSpMk id="176" creationId="{AA827DEE-D4F3-AAEA-93A8-A57D8FB8F8F3}"/>
          </ac:cxnSpMkLst>
        </pc:cxnChg>
        <pc:cxnChg chg="add del">
          <ac:chgData name="Antonio Ventimiglia" userId="03aeda83-a99b-4171-85e0-a45cfa8724cf" providerId="ADAL" clId="{EAEAD219-5304-447D-B2A9-A546B653A120}" dt="2025-11-28T21:31:07.806" v="398" actId="478"/>
          <ac:cxnSpMkLst>
            <pc:docMk/>
            <pc:sldMk cId="2534193516" sldId="260"/>
            <ac:cxnSpMk id="199" creationId="{7F35DC5E-E73D-5ADF-13E0-1EF9310F6203}"/>
          </ac:cxnSpMkLst>
        </pc:cxnChg>
        <pc:cxnChg chg="del">
          <ac:chgData name="Antonio Ventimiglia" userId="03aeda83-a99b-4171-85e0-a45cfa8724cf" providerId="ADAL" clId="{EAEAD219-5304-447D-B2A9-A546B653A120}" dt="2025-11-28T21:31:06.119" v="397" actId="478"/>
          <ac:cxnSpMkLst>
            <pc:docMk/>
            <pc:sldMk cId="2534193516" sldId="260"/>
            <ac:cxnSpMk id="200" creationId="{98C23552-2CA5-0082-BFD9-D7D8EF01565B}"/>
          </ac:cxnSpMkLst>
        </pc:cxnChg>
        <pc:cxnChg chg="del">
          <ac:chgData name="Antonio Ventimiglia" userId="03aeda83-a99b-4171-85e0-a45cfa8724cf" providerId="ADAL" clId="{EAEAD219-5304-447D-B2A9-A546B653A120}" dt="2025-11-28T21:31:00.434" v="394" actId="478"/>
          <ac:cxnSpMkLst>
            <pc:docMk/>
            <pc:sldMk cId="2534193516" sldId="260"/>
            <ac:cxnSpMk id="201" creationId="{143177F5-B4C9-A71F-14D5-F6083209F32F}"/>
          </ac:cxnSpMkLst>
        </pc:cxnChg>
        <pc:cxnChg chg="del">
          <ac:chgData name="Antonio Ventimiglia" userId="03aeda83-a99b-4171-85e0-a45cfa8724cf" providerId="ADAL" clId="{EAEAD219-5304-447D-B2A9-A546B653A120}" dt="2025-11-28T21:30:53.007" v="391" actId="478"/>
          <ac:cxnSpMkLst>
            <pc:docMk/>
            <pc:sldMk cId="2534193516" sldId="260"/>
            <ac:cxnSpMk id="254" creationId="{249BACBF-F4F3-6FAF-62A1-A7421E637178}"/>
          </ac:cxnSpMkLst>
        </pc:cxnChg>
        <pc:cxnChg chg="mod">
          <ac:chgData name="Antonio Ventimiglia" userId="03aeda83-a99b-4171-85e0-a45cfa8724cf" providerId="ADAL" clId="{EAEAD219-5304-447D-B2A9-A546B653A120}" dt="2025-11-29T01:31:01.040" v="3225" actId="14100"/>
          <ac:cxnSpMkLst>
            <pc:docMk/>
            <pc:sldMk cId="2534193516" sldId="260"/>
            <ac:cxnSpMk id="278" creationId="{C26B05AE-7416-7A18-F9CB-4831E24C008C}"/>
          </ac:cxnSpMkLst>
        </pc:cxnChg>
      </pc:sldChg>
      <pc:sldChg chg="modSp mod">
        <pc:chgData name="Antonio Ventimiglia" userId="03aeda83-a99b-4171-85e0-a45cfa8724cf" providerId="ADAL" clId="{EAEAD219-5304-447D-B2A9-A546B653A120}" dt="2025-11-29T00:11:14.895" v="1644" actId="1076"/>
        <pc:sldMkLst>
          <pc:docMk/>
          <pc:sldMk cId="563854088" sldId="261"/>
        </pc:sldMkLst>
        <pc:grpChg chg="mod">
          <ac:chgData name="Antonio Ventimiglia" userId="03aeda83-a99b-4171-85e0-a45cfa8724cf" providerId="ADAL" clId="{EAEAD219-5304-447D-B2A9-A546B653A120}" dt="2025-11-29T00:11:14.895" v="1644" actId="1076"/>
          <ac:grpSpMkLst>
            <pc:docMk/>
            <pc:sldMk cId="563854088" sldId="261"/>
            <ac:grpSpMk id="5" creationId="{25FF1900-178F-9222-9566-FBCB89E06EF9}"/>
          </ac:grpSpMkLst>
        </pc:grpChg>
      </pc:sldChg>
      <pc:sldChg chg="addSp delSp modSp mod">
        <pc:chgData name="Antonio Ventimiglia" userId="03aeda83-a99b-4171-85e0-a45cfa8724cf" providerId="ADAL" clId="{EAEAD219-5304-447D-B2A9-A546B653A120}" dt="2025-11-29T00:07:40.340" v="1640" actId="1076"/>
        <pc:sldMkLst>
          <pc:docMk/>
          <pc:sldMk cId="1079113670" sldId="264"/>
        </pc:sldMkLst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2" creationId="{4DC27D5C-FF99-265D-7C89-4C41E0A7B85C}"/>
          </ac:spMkLst>
        </pc:spChg>
        <pc:spChg chg="mod">
          <ac:chgData name="Antonio Ventimiglia" userId="03aeda83-a99b-4171-85e0-a45cfa8724cf" providerId="ADAL" clId="{EAEAD219-5304-447D-B2A9-A546B653A120}" dt="2025-11-28T21:39:40.352" v="582" actId="1035"/>
          <ac:spMkLst>
            <pc:docMk/>
            <pc:sldMk cId="1079113670" sldId="264"/>
            <ac:spMk id="4" creationId="{7D9E7AB7-D7D1-C414-0052-1CC98D598581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11" creationId="{F94CB961-3DAE-1D46-353B-E6BDC3160617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12" creationId="{7E2B52B2-79C0-A352-FDD4-80B7EC37066E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14" creationId="{00472B64-20BA-8FDD-D828-1DDB22DCC894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23" creationId="{31E15E20-4E11-3328-8B70-1B3721F232FB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24" creationId="{90A7AC65-ADDA-0539-81FA-8A4EFD7BC838}"/>
          </ac:spMkLst>
        </pc:spChg>
        <pc:spChg chg="mod">
          <ac:chgData name="Antonio Ventimiglia" userId="03aeda83-a99b-4171-85e0-a45cfa8724cf" providerId="ADAL" clId="{EAEAD219-5304-447D-B2A9-A546B653A120}" dt="2025-11-29T00:07:08.767" v="1638" actId="1035"/>
          <ac:spMkLst>
            <pc:docMk/>
            <pc:sldMk cId="1079113670" sldId="264"/>
            <ac:spMk id="28" creationId="{F272FA6A-01EA-40F7-9F76-C173E9748065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30" creationId="{61978065-67F9-EEAE-E280-1328EE1E9AC1}"/>
          </ac:spMkLst>
        </pc:spChg>
        <pc:spChg chg="add mod">
          <ac:chgData name="Antonio Ventimiglia" userId="03aeda83-a99b-4171-85e0-a45cfa8724cf" providerId="ADAL" clId="{EAEAD219-5304-447D-B2A9-A546B653A120}" dt="2025-11-28T23:51:55.177" v="1089" actId="1037"/>
          <ac:spMkLst>
            <pc:docMk/>
            <pc:sldMk cId="1079113670" sldId="264"/>
            <ac:spMk id="32" creationId="{42C8E326-EB43-FE40-DF41-BA15A9122723}"/>
          </ac:spMkLst>
        </pc:spChg>
        <pc:spChg chg="add mod">
          <ac:chgData name="Antonio Ventimiglia" userId="03aeda83-a99b-4171-85e0-a45cfa8724cf" providerId="ADAL" clId="{EAEAD219-5304-447D-B2A9-A546B653A120}" dt="2025-11-28T23:54:36.331" v="1193" actId="1076"/>
          <ac:spMkLst>
            <pc:docMk/>
            <pc:sldMk cId="1079113670" sldId="264"/>
            <ac:spMk id="50" creationId="{32AAE4E1-3EB0-D2FF-6A8F-CF588FA7CEC4}"/>
          </ac:spMkLst>
        </pc:spChg>
        <pc:spChg chg="add mod">
          <ac:chgData name="Antonio Ventimiglia" userId="03aeda83-a99b-4171-85e0-a45cfa8724cf" providerId="ADAL" clId="{EAEAD219-5304-447D-B2A9-A546B653A120}" dt="2025-11-28T23:51:24.911" v="1052" actId="1076"/>
          <ac:spMkLst>
            <pc:docMk/>
            <pc:sldMk cId="1079113670" sldId="264"/>
            <ac:spMk id="51" creationId="{9868AE36-BC87-932D-A6A2-08D0BAFF1BF0}"/>
          </ac:spMkLst>
        </pc:spChg>
        <pc:spChg chg="add mod">
          <ac:chgData name="Antonio Ventimiglia" userId="03aeda83-a99b-4171-85e0-a45cfa8724cf" providerId="ADAL" clId="{EAEAD219-5304-447D-B2A9-A546B653A120}" dt="2025-11-28T23:54:36.331" v="1193" actId="1076"/>
          <ac:spMkLst>
            <pc:docMk/>
            <pc:sldMk cId="1079113670" sldId="264"/>
            <ac:spMk id="52" creationId="{0B2BB4AE-C171-E954-A6B7-1499209FCECC}"/>
          </ac:spMkLst>
        </pc:spChg>
        <pc:spChg chg="mod">
          <ac:chgData name="Antonio Ventimiglia" userId="03aeda83-a99b-4171-85e0-a45cfa8724cf" providerId="ADAL" clId="{EAEAD219-5304-447D-B2A9-A546B653A120}" dt="2025-11-28T23:53:41.991" v="1103" actId="1036"/>
          <ac:spMkLst>
            <pc:docMk/>
            <pc:sldMk cId="1079113670" sldId="264"/>
            <ac:spMk id="54" creationId="{9D7E17E7-CC0F-6D64-975A-EE67F0106F3F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61" creationId="{C337BEB2-3CB2-1EDC-0FF0-A0E11206E8AF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64" creationId="{EEE4CC9D-658E-CB08-CD4B-ACA06C09DC18}"/>
          </ac:spMkLst>
        </pc:spChg>
        <pc:spChg chg="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74" creationId="{9FFB3563-B171-A4FA-897E-67DC190242F8}"/>
          </ac:spMkLst>
        </pc:spChg>
        <pc:spChg chg="del mod">
          <ac:chgData name="Antonio Ventimiglia" userId="03aeda83-a99b-4171-85e0-a45cfa8724cf" providerId="ADAL" clId="{EAEAD219-5304-447D-B2A9-A546B653A120}" dt="2025-11-28T23:49:02.360" v="1042" actId="478"/>
          <ac:spMkLst>
            <pc:docMk/>
            <pc:sldMk cId="1079113670" sldId="264"/>
            <ac:spMk id="78" creationId="{0C8D5276-2986-B6F3-7861-DDAB873D3ADF}"/>
          </ac:spMkLst>
        </pc:spChg>
        <pc:spChg chg="mod">
          <ac:chgData name="Antonio Ventimiglia" userId="03aeda83-a99b-4171-85e0-a45cfa8724cf" providerId="ADAL" clId="{EAEAD219-5304-447D-B2A9-A546B653A120}" dt="2025-11-28T21:45:09.865" v="909" actId="20577"/>
          <ac:spMkLst>
            <pc:docMk/>
            <pc:sldMk cId="1079113670" sldId="264"/>
            <ac:spMk id="79" creationId="{4FC5EC51-7ADF-BFE8-6064-192D96C9ACC3}"/>
          </ac:spMkLst>
        </pc:spChg>
        <pc:spChg chg="del mod">
          <ac:chgData name="Antonio Ventimiglia" userId="03aeda83-a99b-4171-85e0-a45cfa8724cf" providerId="ADAL" clId="{EAEAD219-5304-447D-B2A9-A546B653A120}" dt="2025-11-28T22:01:44.783" v="1034" actId="478"/>
          <ac:spMkLst>
            <pc:docMk/>
            <pc:sldMk cId="1079113670" sldId="264"/>
            <ac:spMk id="80" creationId="{F5935453-1BFD-B67B-9F5E-4D5589322B8F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81" creationId="{A939B999-B4F8-3432-5838-2A4846E2338C}"/>
          </ac:spMkLst>
        </pc:spChg>
        <pc:spChg chg="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83" creationId="{19418010-9EA6-A9DE-9A2D-DA718F862FE9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87" creationId="{FD990594-454C-095C-2ACA-68BF64C59E69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91" creationId="{6D7E920F-DCF8-BD08-995B-217C72B6F3E5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93" creationId="{DE875D25-5BD0-C324-B425-C20F622D0485}"/>
          </ac:spMkLst>
        </pc:spChg>
        <pc:spChg chg="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99" creationId="{47E3C6E9-19D5-0050-632A-333599E9B6D9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101" creationId="{0084939D-8ACC-BD83-8AFD-E8791836A9BB}"/>
          </ac:spMkLst>
        </pc:spChg>
        <pc:spChg chg="mod">
          <ac:chgData name="Antonio Ventimiglia" userId="03aeda83-a99b-4171-85e0-a45cfa8724cf" providerId="ADAL" clId="{EAEAD219-5304-447D-B2A9-A546B653A120}" dt="2025-11-28T23:54:07.662" v="1133" actId="1036"/>
          <ac:spMkLst>
            <pc:docMk/>
            <pc:sldMk cId="1079113670" sldId="264"/>
            <ac:spMk id="103" creationId="{593200D8-E513-41A3-A9C7-FCC6B569467F}"/>
          </ac:spMkLst>
        </pc:spChg>
        <pc:spChg chg="mod">
          <ac:chgData name="Antonio Ventimiglia" userId="03aeda83-a99b-4171-85e0-a45cfa8724cf" providerId="ADAL" clId="{EAEAD219-5304-447D-B2A9-A546B653A120}" dt="2025-11-28T23:55:41.521" v="1194"/>
          <ac:spMkLst>
            <pc:docMk/>
            <pc:sldMk cId="1079113670" sldId="264"/>
            <ac:spMk id="104" creationId="{A7E8FA2B-43A5-BFC4-34E5-C1FE175ED104}"/>
          </ac:spMkLst>
        </pc:spChg>
        <pc:spChg chg="mod">
          <ac:chgData name="Antonio Ventimiglia" userId="03aeda83-a99b-4171-85e0-a45cfa8724cf" providerId="ADAL" clId="{EAEAD219-5304-447D-B2A9-A546B653A120}" dt="2025-11-29T00:07:40.340" v="1640" actId="1076"/>
          <ac:spMkLst>
            <pc:docMk/>
            <pc:sldMk cId="1079113670" sldId="264"/>
            <ac:spMk id="105" creationId="{3DACE29A-D2E9-5F7A-EBE6-7452BA195DCE}"/>
          </ac:spMkLst>
        </pc:spChg>
        <pc:spChg chg="mod">
          <ac:chgData name="Antonio Ventimiglia" userId="03aeda83-a99b-4171-85e0-a45cfa8724cf" providerId="ADAL" clId="{EAEAD219-5304-447D-B2A9-A546B653A120}" dt="2025-11-28T23:54:07.662" v="1133" actId="1036"/>
          <ac:spMkLst>
            <pc:docMk/>
            <pc:sldMk cId="1079113670" sldId="264"/>
            <ac:spMk id="107" creationId="{A51794B1-4A35-5508-DE5F-CF0862E57539}"/>
          </ac:spMkLst>
        </pc:spChg>
        <pc:spChg chg="mod">
          <ac:chgData name="Antonio Ventimiglia" userId="03aeda83-a99b-4171-85e0-a45cfa8724cf" providerId="ADAL" clId="{EAEAD219-5304-447D-B2A9-A546B653A120}" dt="2025-11-28T23:55:45.006" v="1196" actId="1076"/>
          <ac:spMkLst>
            <pc:docMk/>
            <pc:sldMk cId="1079113670" sldId="264"/>
            <ac:spMk id="110" creationId="{AE505B08-33DD-5D6D-1C41-0EDD8C29E27E}"/>
          </ac:spMkLst>
        </pc:spChg>
        <pc:spChg chg="mod">
          <ac:chgData name="Antonio Ventimiglia" userId="03aeda83-a99b-4171-85e0-a45cfa8724cf" providerId="ADAL" clId="{EAEAD219-5304-447D-B2A9-A546B653A120}" dt="2025-11-28T23:55:45.006" v="1196" actId="1076"/>
          <ac:spMkLst>
            <pc:docMk/>
            <pc:sldMk cId="1079113670" sldId="264"/>
            <ac:spMk id="111" creationId="{92492DA9-7169-FF69-5239-9E7D2FBDBD9C}"/>
          </ac:spMkLst>
        </pc:spChg>
        <pc:spChg chg="add mod">
          <ac:chgData name="Antonio Ventimiglia" userId="03aeda83-a99b-4171-85e0-a45cfa8724cf" providerId="ADAL" clId="{EAEAD219-5304-447D-B2A9-A546B653A120}" dt="2025-11-28T23:55:45.006" v="1196" actId="1076"/>
          <ac:spMkLst>
            <pc:docMk/>
            <pc:sldMk cId="1079113670" sldId="264"/>
            <ac:spMk id="112" creationId="{B7469994-1F50-92EA-CFA9-562DAADD29F2}"/>
          </ac:spMkLst>
        </pc:spChg>
        <pc:spChg chg="add mod">
          <ac:chgData name="Antonio Ventimiglia" userId="03aeda83-a99b-4171-85e0-a45cfa8724cf" providerId="ADAL" clId="{EAEAD219-5304-447D-B2A9-A546B653A120}" dt="2025-11-28T23:55:45.006" v="1196" actId="1076"/>
          <ac:spMkLst>
            <pc:docMk/>
            <pc:sldMk cId="1079113670" sldId="264"/>
            <ac:spMk id="113" creationId="{1FCD1CC6-B468-BAF9-E69E-6FCC8454517C}"/>
          </ac:spMkLst>
        </pc:spChg>
        <pc:spChg chg="add del mod">
          <ac:chgData name="Antonio Ventimiglia" userId="03aeda83-a99b-4171-85e0-a45cfa8724cf" providerId="ADAL" clId="{EAEAD219-5304-447D-B2A9-A546B653A120}" dt="2025-11-29T00:03:28.048" v="1509" actId="478"/>
          <ac:spMkLst>
            <pc:docMk/>
            <pc:sldMk cId="1079113670" sldId="264"/>
            <ac:spMk id="114" creationId="{5642D6EC-2E8F-1354-3363-002237E33B26}"/>
          </ac:spMkLst>
        </pc:spChg>
        <pc:spChg chg="add del mod">
          <ac:chgData name="Antonio Ventimiglia" userId="03aeda83-a99b-4171-85e0-a45cfa8724cf" providerId="ADAL" clId="{EAEAD219-5304-447D-B2A9-A546B653A120}" dt="2025-11-29T00:00:36.445" v="1455" actId="478"/>
          <ac:spMkLst>
            <pc:docMk/>
            <pc:sldMk cId="1079113670" sldId="264"/>
            <ac:spMk id="115" creationId="{C9CB9BDA-4A2A-4418-13F8-DC96F9E1EE28}"/>
          </ac:spMkLst>
        </pc:spChg>
        <pc:spChg chg="add del mod">
          <ac:chgData name="Antonio Ventimiglia" userId="03aeda83-a99b-4171-85e0-a45cfa8724cf" providerId="ADAL" clId="{EAEAD219-5304-447D-B2A9-A546B653A120}" dt="2025-11-29T00:03:25.120" v="1507" actId="1076"/>
          <ac:spMkLst>
            <pc:docMk/>
            <pc:sldMk cId="1079113670" sldId="264"/>
            <ac:spMk id="116" creationId="{BEC2226A-BBDB-24AF-0C6E-88475475B412}"/>
          </ac:spMkLst>
        </pc:spChg>
        <pc:spChg chg="add del mod">
          <ac:chgData name="Antonio Ventimiglia" userId="03aeda83-a99b-4171-85e0-a45cfa8724cf" providerId="ADAL" clId="{EAEAD219-5304-447D-B2A9-A546B653A120}" dt="2025-11-29T00:03:32.690" v="1511" actId="478"/>
          <ac:spMkLst>
            <pc:docMk/>
            <pc:sldMk cId="1079113670" sldId="264"/>
            <ac:spMk id="120" creationId="{8BEFF118-A78B-73DC-B237-3720E08378DE}"/>
          </ac:spMkLst>
        </pc:spChg>
        <pc:spChg chg="add del mod">
          <ac:chgData name="Antonio Ventimiglia" userId="03aeda83-a99b-4171-85e0-a45cfa8724cf" providerId="ADAL" clId="{EAEAD219-5304-447D-B2A9-A546B653A120}" dt="2025-11-29T00:03:44.169" v="1515" actId="478"/>
          <ac:spMkLst>
            <pc:docMk/>
            <pc:sldMk cId="1079113670" sldId="264"/>
            <ac:spMk id="121" creationId="{422D6DEF-694F-4B77-372B-1B860EAD70DF}"/>
          </ac:spMkLst>
        </pc:spChg>
        <pc:spChg chg="add mod">
          <ac:chgData name="Antonio Ventimiglia" userId="03aeda83-a99b-4171-85e0-a45cfa8724cf" providerId="ADAL" clId="{EAEAD219-5304-447D-B2A9-A546B653A120}" dt="2025-11-29T00:07:00.826" v="1614" actId="1035"/>
          <ac:spMkLst>
            <pc:docMk/>
            <pc:sldMk cId="1079113670" sldId="264"/>
            <ac:spMk id="128" creationId="{ABB0FCF6-655F-7F84-99EA-13355CC96879}"/>
          </ac:spMkLst>
        </pc:spChg>
        <pc:spChg chg="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136" creationId="{7609FB08-7B27-1601-F764-09CAAE34F4E8}"/>
          </ac:spMkLst>
        </pc:spChg>
        <pc:spChg chg="mod">
          <ac:chgData name="Antonio Ventimiglia" userId="03aeda83-a99b-4171-85e0-a45cfa8724cf" providerId="ADAL" clId="{EAEAD219-5304-447D-B2A9-A546B653A120}" dt="2025-11-28T23:54:07.662" v="1133" actId="1036"/>
          <ac:spMkLst>
            <pc:docMk/>
            <pc:sldMk cId="1079113670" sldId="264"/>
            <ac:spMk id="138" creationId="{5A04F993-470D-3ED9-DA6B-6B9C3728DF02}"/>
          </ac:spMkLst>
        </pc:spChg>
        <pc:spChg chg="mod">
          <ac:chgData name="Antonio Ventimiglia" userId="03aeda83-a99b-4171-85e0-a45cfa8724cf" providerId="ADAL" clId="{EAEAD219-5304-447D-B2A9-A546B653A120}" dt="2025-11-28T23:54:07.662" v="1133" actId="1036"/>
          <ac:spMkLst>
            <pc:docMk/>
            <pc:sldMk cId="1079113670" sldId="264"/>
            <ac:spMk id="139" creationId="{D8FC5CFA-C646-7515-4F10-5540022F0C46}"/>
          </ac:spMkLst>
        </pc:spChg>
        <pc:spChg chg="mod">
          <ac:chgData name="Antonio Ventimiglia" userId="03aeda83-a99b-4171-85e0-a45cfa8724cf" providerId="ADAL" clId="{EAEAD219-5304-447D-B2A9-A546B653A120}" dt="2025-11-28T23:54:07.662" v="1133" actId="1036"/>
          <ac:spMkLst>
            <pc:docMk/>
            <pc:sldMk cId="1079113670" sldId="264"/>
            <ac:spMk id="140" creationId="{159FC43A-9D66-EF36-E0E5-66CB9E8D7DDA}"/>
          </ac:spMkLst>
        </pc:spChg>
        <pc:spChg chg="mod">
          <ac:chgData name="Antonio Ventimiglia" userId="03aeda83-a99b-4171-85e0-a45cfa8724cf" providerId="ADAL" clId="{EAEAD219-5304-447D-B2A9-A546B653A120}" dt="2025-11-28T23:54:25.725" v="1192" actId="1035"/>
          <ac:spMkLst>
            <pc:docMk/>
            <pc:sldMk cId="1079113670" sldId="264"/>
            <ac:spMk id="145" creationId="{D7AC4037-E4B1-29B8-980A-627C00BB8AEC}"/>
          </ac:spMkLst>
        </pc:spChg>
        <pc:spChg chg="add del 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147" creationId="{C8178142-7651-7495-16EB-1A45C2C6D9BC}"/>
          </ac:spMkLst>
        </pc:spChg>
        <pc:spChg chg="mod">
          <ac:chgData name="Antonio Ventimiglia" userId="03aeda83-a99b-4171-85e0-a45cfa8724cf" providerId="ADAL" clId="{EAEAD219-5304-447D-B2A9-A546B653A120}" dt="2025-11-28T23:54:17.687" v="1167" actId="1036"/>
          <ac:spMkLst>
            <pc:docMk/>
            <pc:sldMk cId="1079113670" sldId="264"/>
            <ac:spMk id="148" creationId="{C9856B7B-E6C3-6A49-6FAC-9EC1A7A944E8}"/>
          </ac:spMkLst>
        </pc:spChg>
        <pc:spChg chg="mod">
          <ac:chgData name="Antonio Ventimiglia" userId="03aeda83-a99b-4171-85e0-a45cfa8724cf" providerId="ADAL" clId="{EAEAD219-5304-447D-B2A9-A546B653A120}" dt="2025-11-28T23:54:25.725" v="1192" actId="1035"/>
          <ac:spMkLst>
            <pc:docMk/>
            <pc:sldMk cId="1079113670" sldId="264"/>
            <ac:spMk id="149" creationId="{F2250F47-32D6-E8EA-E03C-80E8B9D754F0}"/>
          </ac:spMkLst>
        </pc:spChg>
        <pc:spChg chg="add mod">
          <ac:chgData name="Antonio Ventimiglia" userId="03aeda83-a99b-4171-85e0-a45cfa8724cf" providerId="ADAL" clId="{EAEAD219-5304-447D-B2A9-A546B653A120}" dt="2025-11-29T00:01:53.668" v="1471" actId="21"/>
          <ac:spMkLst>
            <pc:docMk/>
            <pc:sldMk cId="1079113670" sldId="264"/>
            <ac:spMk id="151" creationId="{FB560E34-7FF6-6AF5-5369-EF8F5798929F}"/>
          </ac:spMkLst>
        </pc:spChg>
        <pc:spChg chg="add mod">
          <ac:chgData name="Antonio Ventimiglia" userId="03aeda83-a99b-4171-85e0-a45cfa8724cf" providerId="ADAL" clId="{EAEAD219-5304-447D-B2A9-A546B653A120}" dt="2025-11-29T00:02:49.295" v="1486" actId="1076"/>
          <ac:spMkLst>
            <pc:docMk/>
            <pc:sldMk cId="1079113670" sldId="264"/>
            <ac:spMk id="166" creationId="{8B631840-A861-BBCE-3A9A-29711EA5C461}"/>
          </ac:spMkLst>
        </pc:spChg>
        <pc:spChg chg="add mod">
          <ac:chgData name="Antonio Ventimiglia" userId="03aeda83-a99b-4171-85e0-a45cfa8724cf" providerId="ADAL" clId="{EAEAD219-5304-447D-B2A9-A546B653A120}" dt="2025-11-29T00:07:14.684" v="1639" actId="1076"/>
          <ac:spMkLst>
            <pc:docMk/>
            <pc:sldMk cId="1079113670" sldId="264"/>
            <ac:spMk id="170" creationId="{62DB686B-F611-2FE6-ADE8-3A54671A97EF}"/>
          </ac:spMkLst>
        </pc:spChg>
        <pc:spChg chg="add mod">
          <ac:chgData name="Antonio Ventimiglia" userId="03aeda83-a99b-4171-85e0-a45cfa8724cf" providerId="ADAL" clId="{EAEAD219-5304-447D-B2A9-A546B653A120}" dt="2025-11-29T00:04:10.331" v="1524" actId="1076"/>
          <ac:spMkLst>
            <pc:docMk/>
            <pc:sldMk cId="1079113670" sldId="264"/>
            <ac:spMk id="174" creationId="{C0F48F8B-29D6-CF5D-A2AA-CD39AD9BE83C}"/>
          </ac:spMkLst>
        </pc:spChg>
        <pc:spChg chg="add mod">
          <ac:chgData name="Antonio Ventimiglia" userId="03aeda83-a99b-4171-85e0-a45cfa8724cf" providerId="ADAL" clId="{EAEAD219-5304-447D-B2A9-A546B653A120}" dt="2025-11-29T00:04:13.917" v="1526" actId="1076"/>
          <ac:spMkLst>
            <pc:docMk/>
            <pc:sldMk cId="1079113670" sldId="264"/>
            <ac:spMk id="175" creationId="{F8F1E0FC-25CF-5273-CE5A-BDD2236AB62B}"/>
          </ac:spMkLst>
        </pc:spChg>
        <pc:spChg chg="add mod">
          <ac:chgData name="Antonio Ventimiglia" userId="03aeda83-a99b-4171-85e0-a45cfa8724cf" providerId="ADAL" clId="{EAEAD219-5304-447D-B2A9-A546B653A120}" dt="2025-11-29T00:06:00.636" v="1587" actId="1076"/>
          <ac:spMkLst>
            <pc:docMk/>
            <pc:sldMk cId="1079113670" sldId="264"/>
            <ac:spMk id="176" creationId="{3BEC8CF4-05EC-C561-3F2F-F1CA34EA4B82}"/>
          </ac:spMkLst>
        </pc:spChg>
        <pc:spChg chg="add mod">
          <ac:chgData name="Antonio Ventimiglia" userId="03aeda83-a99b-4171-85e0-a45cfa8724cf" providerId="ADAL" clId="{EAEAD219-5304-447D-B2A9-A546B653A120}" dt="2025-11-29T00:06:18.903" v="1592" actId="1076"/>
          <ac:spMkLst>
            <pc:docMk/>
            <pc:sldMk cId="1079113670" sldId="264"/>
            <ac:spMk id="184" creationId="{5FDB94C9-150E-D9A8-3A9A-2254CDB32567}"/>
          </ac:spMkLst>
        </pc:spChg>
        <pc:grpChg chg="mod">
          <ac:chgData name="Antonio Ventimiglia" userId="03aeda83-a99b-4171-85e0-a45cfa8724cf" providerId="ADAL" clId="{EAEAD219-5304-447D-B2A9-A546B653A120}" dt="2025-11-28T23:55:45.006" v="1196" actId="1076"/>
          <ac:grpSpMkLst>
            <pc:docMk/>
            <pc:sldMk cId="1079113670" sldId="264"/>
            <ac:grpSpMk id="53" creationId="{AE8CDCB7-4C2A-76A7-C0E3-45B1A7010F4A}"/>
          </ac:grpSpMkLst>
        </pc:grpChg>
        <pc:grpChg chg="mod">
          <ac:chgData name="Antonio Ventimiglia" userId="03aeda83-a99b-4171-85e0-a45cfa8724cf" providerId="ADAL" clId="{EAEAD219-5304-447D-B2A9-A546B653A120}" dt="2025-11-29T00:06:51.650" v="1603" actId="1035"/>
          <ac:grpSpMkLst>
            <pc:docMk/>
            <pc:sldMk cId="1079113670" sldId="264"/>
            <ac:grpSpMk id="156" creationId="{60911558-981F-E588-C461-BD5F27B8E117}"/>
          </ac:grpSpMkLst>
        </pc:grpChg>
        <pc:cxnChg chg="add mod">
          <ac:chgData name="Antonio Ventimiglia" userId="03aeda83-a99b-4171-85e0-a45cfa8724cf" providerId="ADAL" clId="{EAEAD219-5304-447D-B2A9-A546B653A120}" dt="2025-11-29T00:06:51.650" v="1603" actId="1035"/>
          <ac:cxnSpMkLst>
            <pc:docMk/>
            <pc:sldMk cId="1079113670" sldId="264"/>
            <ac:cxnSpMk id="6" creationId="{BD417744-AF94-2A5E-A025-7180145F26B1}"/>
          </ac:cxnSpMkLst>
        </pc:cxnChg>
        <pc:cxnChg chg="mod">
          <ac:chgData name="Antonio Ventimiglia" userId="03aeda83-a99b-4171-85e0-a45cfa8724cf" providerId="ADAL" clId="{EAEAD219-5304-447D-B2A9-A546B653A120}" dt="2025-11-28T21:43:52.722" v="832" actId="1035"/>
          <ac:cxnSpMkLst>
            <pc:docMk/>
            <pc:sldMk cId="1079113670" sldId="264"/>
            <ac:cxnSpMk id="8" creationId="{E4172149-77FF-87E8-C8FD-8513AB582D55}"/>
          </ac:cxnSpMkLst>
        </pc:cxnChg>
        <pc:cxnChg chg="add del mod">
          <ac:chgData name="Antonio Ventimiglia" userId="03aeda83-a99b-4171-85e0-a45cfa8724cf" providerId="ADAL" clId="{EAEAD219-5304-447D-B2A9-A546B653A120}" dt="2025-11-28T23:59:21.146" v="1408" actId="14100"/>
          <ac:cxnSpMkLst>
            <pc:docMk/>
            <pc:sldMk cId="1079113670" sldId="264"/>
            <ac:cxnSpMk id="13" creationId="{57CD870D-4C2C-5C3B-1627-948ACA8F7C61}"/>
          </ac:cxnSpMkLst>
        </pc:cxnChg>
        <pc:cxnChg chg="add mod">
          <ac:chgData name="Antonio Ventimiglia" userId="03aeda83-a99b-4171-85e0-a45cfa8724cf" providerId="ADAL" clId="{EAEAD219-5304-447D-B2A9-A546B653A120}" dt="2025-11-28T21:43:52.722" v="832" actId="1035"/>
          <ac:cxnSpMkLst>
            <pc:docMk/>
            <pc:sldMk cId="1079113670" sldId="264"/>
            <ac:cxnSpMk id="15" creationId="{5C018992-4B35-2615-E7A1-B858FB97256A}"/>
          </ac:cxnSpMkLst>
        </pc:cxnChg>
        <pc:cxnChg chg="add mod">
          <ac:chgData name="Antonio Ventimiglia" userId="03aeda83-a99b-4171-85e0-a45cfa8724cf" providerId="ADAL" clId="{EAEAD219-5304-447D-B2A9-A546B653A120}" dt="2025-11-29T00:06:51.650" v="1603" actId="1035"/>
          <ac:cxnSpMkLst>
            <pc:docMk/>
            <pc:sldMk cId="1079113670" sldId="264"/>
            <ac:cxnSpMk id="16" creationId="{2E2E4981-1F23-03C1-540D-403D94A1785D}"/>
          </ac:cxnSpMkLst>
        </pc:cxnChg>
        <pc:cxnChg chg="mod">
          <ac:chgData name="Antonio Ventimiglia" userId="03aeda83-a99b-4171-85e0-a45cfa8724cf" providerId="ADAL" clId="{EAEAD219-5304-447D-B2A9-A546B653A120}" dt="2025-11-29T00:00:43.436" v="1456" actId="14100"/>
          <ac:cxnSpMkLst>
            <pc:docMk/>
            <pc:sldMk cId="1079113670" sldId="264"/>
            <ac:cxnSpMk id="20" creationId="{26C2CE6A-98CA-79B1-0D73-D1FBA3C4A11C}"/>
          </ac:cxnSpMkLst>
        </pc:cxnChg>
        <pc:cxnChg chg="add mod">
          <ac:chgData name="Antonio Ventimiglia" userId="03aeda83-a99b-4171-85e0-a45cfa8724cf" providerId="ADAL" clId="{EAEAD219-5304-447D-B2A9-A546B653A120}" dt="2025-11-29T00:06:51.650" v="1603" actId="1035"/>
          <ac:cxnSpMkLst>
            <pc:docMk/>
            <pc:sldMk cId="1079113670" sldId="264"/>
            <ac:cxnSpMk id="22" creationId="{245E8C53-F521-6E01-61E0-6AB6DC630DF2}"/>
          </ac:cxnSpMkLst>
        </pc:cxnChg>
        <pc:cxnChg chg="add mod">
          <ac:chgData name="Antonio Ventimiglia" userId="03aeda83-a99b-4171-85e0-a45cfa8724cf" providerId="ADAL" clId="{EAEAD219-5304-447D-B2A9-A546B653A120}" dt="2025-11-29T00:06:51.650" v="1603" actId="1035"/>
          <ac:cxnSpMkLst>
            <pc:docMk/>
            <pc:sldMk cId="1079113670" sldId="264"/>
            <ac:cxnSpMk id="25" creationId="{C29C954B-8FA1-4A37-6196-A051AA2EC1DB}"/>
          </ac:cxnSpMkLst>
        </pc:cxnChg>
        <pc:cxnChg chg="add mod">
          <ac:chgData name="Antonio Ventimiglia" userId="03aeda83-a99b-4171-85e0-a45cfa8724cf" providerId="ADAL" clId="{EAEAD219-5304-447D-B2A9-A546B653A120}" dt="2025-11-28T23:59:03.802" v="1405" actId="14100"/>
          <ac:cxnSpMkLst>
            <pc:docMk/>
            <pc:sldMk cId="1079113670" sldId="264"/>
            <ac:cxnSpMk id="36" creationId="{5A91AF80-414C-EB11-FBFA-D42C333F5A06}"/>
          </ac:cxnSpMkLst>
        </pc:cxnChg>
        <pc:cxnChg chg="add mod">
          <ac:chgData name="Antonio Ventimiglia" userId="03aeda83-a99b-4171-85e0-a45cfa8724cf" providerId="ADAL" clId="{EAEAD219-5304-447D-B2A9-A546B653A120}" dt="2025-11-28T23:59:16.538" v="1407" actId="14100"/>
          <ac:cxnSpMkLst>
            <pc:docMk/>
            <pc:sldMk cId="1079113670" sldId="264"/>
            <ac:cxnSpMk id="38" creationId="{37A8E79C-F66E-F332-64C0-A9D89813CBC1}"/>
          </ac:cxnSpMkLst>
        </pc:cxnChg>
        <pc:cxnChg chg="mod">
          <ac:chgData name="Antonio Ventimiglia" userId="03aeda83-a99b-4171-85e0-a45cfa8724cf" providerId="ADAL" clId="{EAEAD219-5304-447D-B2A9-A546B653A120}" dt="2025-11-28T23:53:41.991" v="1103" actId="1036"/>
          <ac:cxnSpMkLst>
            <pc:docMk/>
            <pc:sldMk cId="1079113670" sldId="264"/>
            <ac:cxnSpMk id="55" creationId="{6E893DE4-7EAC-690D-6E90-392C8FDF06F3}"/>
          </ac:cxnSpMkLst>
        </pc:cxnChg>
        <pc:cxnChg chg="mod">
          <ac:chgData name="Antonio Ventimiglia" userId="03aeda83-a99b-4171-85e0-a45cfa8724cf" providerId="ADAL" clId="{EAEAD219-5304-447D-B2A9-A546B653A120}" dt="2025-11-28T21:44:26.857" v="858" actId="1036"/>
          <ac:cxnSpMkLst>
            <pc:docMk/>
            <pc:sldMk cId="1079113670" sldId="264"/>
            <ac:cxnSpMk id="59" creationId="{3D0F0166-425E-B854-94EE-FC197D41A24A}"/>
          </ac:cxnSpMkLst>
        </pc:cxnChg>
        <pc:cxnChg chg="mod">
          <ac:chgData name="Antonio Ventimiglia" userId="03aeda83-a99b-4171-85e0-a45cfa8724cf" providerId="ADAL" clId="{EAEAD219-5304-447D-B2A9-A546B653A120}" dt="2025-11-29T00:07:08.767" v="1638" actId="1035"/>
          <ac:cxnSpMkLst>
            <pc:docMk/>
            <pc:sldMk cId="1079113670" sldId="264"/>
            <ac:cxnSpMk id="77" creationId="{0C60A996-2604-D17A-5E53-BB3BE5AAF38F}"/>
          </ac:cxnSpMkLst>
        </pc:cxnChg>
        <pc:cxnChg chg="mod">
          <ac:chgData name="Antonio Ventimiglia" userId="03aeda83-a99b-4171-85e0-a45cfa8724cf" providerId="ADAL" clId="{EAEAD219-5304-447D-B2A9-A546B653A120}" dt="2025-11-29T00:07:08.767" v="1638" actId="1035"/>
          <ac:cxnSpMkLst>
            <pc:docMk/>
            <pc:sldMk cId="1079113670" sldId="264"/>
            <ac:cxnSpMk id="84" creationId="{DE1EBDC3-DF8A-44E3-4939-870D633120EF}"/>
          </ac:cxnSpMkLst>
        </pc:cxnChg>
        <pc:cxnChg chg="mod">
          <ac:chgData name="Antonio Ventimiglia" userId="03aeda83-a99b-4171-85e0-a45cfa8724cf" providerId="ADAL" clId="{EAEAD219-5304-447D-B2A9-A546B653A120}" dt="2025-11-28T21:39:40.352" v="582" actId="1035"/>
          <ac:cxnSpMkLst>
            <pc:docMk/>
            <pc:sldMk cId="1079113670" sldId="264"/>
            <ac:cxnSpMk id="85" creationId="{1ACE688C-225F-657D-B2C5-1E193C8EB305}"/>
          </ac:cxnSpMkLst>
        </pc:cxnChg>
        <pc:cxnChg chg="mod">
          <ac:chgData name="Antonio Ventimiglia" userId="03aeda83-a99b-4171-85e0-a45cfa8724cf" providerId="ADAL" clId="{EAEAD219-5304-447D-B2A9-A546B653A120}" dt="2025-11-28T23:53:55.108" v="1115" actId="1036"/>
          <ac:cxnSpMkLst>
            <pc:docMk/>
            <pc:sldMk cId="1079113670" sldId="264"/>
            <ac:cxnSpMk id="102" creationId="{6E0CDB39-0244-92A1-4FA0-6B34ECEA5144}"/>
          </ac:cxnSpMkLst>
        </pc:cxnChg>
        <pc:cxnChg chg="add del mod">
          <ac:chgData name="Antonio Ventimiglia" userId="03aeda83-a99b-4171-85e0-a45cfa8724cf" providerId="ADAL" clId="{EAEAD219-5304-447D-B2A9-A546B653A120}" dt="2025-11-29T00:03:27.225" v="1508" actId="478"/>
          <ac:cxnSpMkLst>
            <pc:docMk/>
            <pc:sldMk cId="1079113670" sldId="264"/>
            <ac:cxnSpMk id="117" creationId="{06C4B9D5-D2BE-9AAD-13C4-A6E59010E2B3}"/>
          </ac:cxnSpMkLst>
        </pc:cxnChg>
        <pc:cxnChg chg="add mod">
          <ac:chgData name="Antonio Ventimiglia" userId="03aeda83-a99b-4171-85e0-a45cfa8724cf" providerId="ADAL" clId="{EAEAD219-5304-447D-B2A9-A546B653A120}" dt="2025-11-29T00:07:08.767" v="1638" actId="1035"/>
          <ac:cxnSpMkLst>
            <pc:docMk/>
            <pc:sldMk cId="1079113670" sldId="264"/>
            <ac:cxnSpMk id="119" creationId="{6BA6AD4A-3315-A2CC-EB65-0ED426B3A5A7}"/>
          </ac:cxnSpMkLst>
        </pc:cxnChg>
        <pc:cxnChg chg="add mod">
          <ac:chgData name="Antonio Ventimiglia" userId="03aeda83-a99b-4171-85e0-a45cfa8724cf" providerId="ADAL" clId="{EAEAD219-5304-447D-B2A9-A546B653A120}" dt="2025-11-29T00:03:30.792" v="1510" actId="14100"/>
          <ac:cxnSpMkLst>
            <pc:docMk/>
            <pc:sldMk cId="1079113670" sldId="264"/>
            <ac:cxnSpMk id="122" creationId="{BBC5AFAC-D7AC-5F20-7ADD-AAFA61BCFB07}"/>
          </ac:cxnSpMkLst>
        </pc:cxnChg>
        <pc:cxnChg chg="mod">
          <ac:chgData name="Antonio Ventimiglia" userId="03aeda83-a99b-4171-85e0-a45cfa8724cf" providerId="ADAL" clId="{EAEAD219-5304-447D-B2A9-A546B653A120}" dt="2025-11-28T23:53:50.077" v="1114" actId="1036"/>
          <ac:cxnSpMkLst>
            <pc:docMk/>
            <pc:sldMk cId="1079113670" sldId="264"/>
            <ac:cxnSpMk id="126" creationId="{ADD32DBE-12C6-3E72-887B-A76793FF828F}"/>
          </ac:cxnSpMkLst>
        </pc:cxnChg>
        <pc:cxnChg chg="add mod">
          <ac:chgData name="Antonio Ventimiglia" userId="03aeda83-a99b-4171-85e0-a45cfa8724cf" providerId="ADAL" clId="{EAEAD219-5304-447D-B2A9-A546B653A120}" dt="2025-11-29T00:07:08.767" v="1638" actId="1035"/>
          <ac:cxnSpMkLst>
            <pc:docMk/>
            <pc:sldMk cId="1079113670" sldId="264"/>
            <ac:cxnSpMk id="129" creationId="{4FE284CC-9EE9-7F5D-5181-EAF1E2BFEA59}"/>
          </ac:cxnSpMkLst>
        </pc:cxnChg>
        <pc:cxnChg chg="mod">
          <ac:chgData name="Antonio Ventimiglia" userId="03aeda83-a99b-4171-85e0-a45cfa8724cf" providerId="ADAL" clId="{EAEAD219-5304-447D-B2A9-A546B653A120}" dt="2025-11-28T23:54:25.725" v="1192" actId="1035"/>
          <ac:cxnSpMkLst>
            <pc:docMk/>
            <pc:sldMk cId="1079113670" sldId="264"/>
            <ac:cxnSpMk id="146" creationId="{0671DD73-75AC-B423-AD88-6FED79B8E753}"/>
          </ac:cxnSpMkLst>
        </pc:cxnChg>
        <pc:cxnChg chg="mod">
          <ac:chgData name="Antonio Ventimiglia" userId="03aeda83-a99b-4171-85e0-a45cfa8724cf" providerId="ADAL" clId="{EAEAD219-5304-447D-B2A9-A546B653A120}" dt="2025-11-28T23:54:25.725" v="1192" actId="1035"/>
          <ac:cxnSpMkLst>
            <pc:docMk/>
            <pc:sldMk cId="1079113670" sldId="264"/>
            <ac:cxnSpMk id="150" creationId="{6DB86E76-260E-6B46-DE48-5C566DF6DB4B}"/>
          </ac:cxnSpMkLst>
        </pc:cxnChg>
        <pc:cxnChg chg="mod">
          <ac:chgData name="Antonio Ventimiglia" userId="03aeda83-a99b-4171-85e0-a45cfa8724cf" providerId="ADAL" clId="{EAEAD219-5304-447D-B2A9-A546B653A120}" dt="2025-11-28T23:54:25.725" v="1192" actId="1035"/>
          <ac:cxnSpMkLst>
            <pc:docMk/>
            <pc:sldMk cId="1079113670" sldId="264"/>
            <ac:cxnSpMk id="153" creationId="{067BFED7-4F93-A1D6-816D-FEA9402D236B}"/>
          </ac:cxnSpMkLst>
        </pc:cxnChg>
        <pc:cxnChg chg="add del mod">
          <ac:chgData name="Antonio Ventimiglia" userId="03aeda83-a99b-4171-85e0-a45cfa8724cf" providerId="ADAL" clId="{EAEAD219-5304-447D-B2A9-A546B653A120}" dt="2025-11-29T00:02:16.406" v="1478" actId="478"/>
          <ac:cxnSpMkLst>
            <pc:docMk/>
            <pc:sldMk cId="1079113670" sldId="264"/>
            <ac:cxnSpMk id="157" creationId="{99FCE731-C4D7-115B-11E6-9702BBDEE26E}"/>
          </ac:cxnSpMkLst>
        </pc:cxnChg>
        <pc:cxnChg chg="add mod">
          <ac:chgData name="Antonio Ventimiglia" userId="03aeda83-a99b-4171-85e0-a45cfa8724cf" providerId="ADAL" clId="{EAEAD219-5304-447D-B2A9-A546B653A120}" dt="2025-11-29T00:06:09.990" v="1590" actId="14100"/>
          <ac:cxnSpMkLst>
            <pc:docMk/>
            <pc:sldMk cId="1079113670" sldId="264"/>
            <ac:cxnSpMk id="160" creationId="{192C23B7-0195-6163-A950-020D82738EEB}"/>
          </ac:cxnSpMkLst>
        </pc:cxnChg>
        <pc:cxnChg chg="add mod">
          <ac:chgData name="Antonio Ventimiglia" userId="03aeda83-a99b-4171-85e0-a45cfa8724cf" providerId="ADAL" clId="{EAEAD219-5304-447D-B2A9-A546B653A120}" dt="2025-11-29T00:07:00.826" v="1614" actId="1035"/>
          <ac:cxnSpMkLst>
            <pc:docMk/>
            <pc:sldMk cId="1079113670" sldId="264"/>
            <ac:cxnSpMk id="171" creationId="{FA110862-43A1-D80C-F7C3-CF8A08E5D03C}"/>
          </ac:cxnSpMkLst>
        </pc:cxnChg>
        <pc:cxnChg chg="add mod">
          <ac:chgData name="Antonio Ventimiglia" userId="03aeda83-a99b-4171-85e0-a45cfa8724cf" providerId="ADAL" clId="{EAEAD219-5304-447D-B2A9-A546B653A120}" dt="2025-11-29T00:06:04.780" v="1589" actId="14100"/>
          <ac:cxnSpMkLst>
            <pc:docMk/>
            <pc:sldMk cId="1079113670" sldId="264"/>
            <ac:cxnSpMk id="180" creationId="{75EDCBDC-8538-5777-02D2-7B0958D1DD98}"/>
          </ac:cxnSpMkLst>
        </pc:cxnChg>
      </pc:sldChg>
      <pc:sldChg chg="modSp mod">
        <pc:chgData name="Antonio Ventimiglia" userId="03aeda83-a99b-4171-85e0-a45cfa8724cf" providerId="ADAL" clId="{EAEAD219-5304-447D-B2A9-A546B653A120}" dt="2025-11-29T00:11:03.761" v="1642" actId="1076"/>
        <pc:sldMkLst>
          <pc:docMk/>
          <pc:sldMk cId="2359402643" sldId="265"/>
        </pc:sldMkLst>
        <pc:grpChg chg="mod">
          <ac:chgData name="Antonio Ventimiglia" userId="03aeda83-a99b-4171-85e0-a45cfa8724cf" providerId="ADAL" clId="{EAEAD219-5304-447D-B2A9-A546B653A120}" dt="2025-11-29T00:11:03.761" v="1642" actId="1076"/>
          <ac:grpSpMkLst>
            <pc:docMk/>
            <pc:sldMk cId="2359402643" sldId="265"/>
            <ac:grpSpMk id="2" creationId="{A3C3AD58-71F8-CD74-2CD9-5C1119176BA6}"/>
          </ac:grpSpMkLst>
        </pc:grpChg>
        <pc:cxnChg chg="mod">
          <ac:chgData name="Antonio Ventimiglia" userId="03aeda83-a99b-4171-85e0-a45cfa8724cf" providerId="ADAL" clId="{EAEAD219-5304-447D-B2A9-A546B653A120}" dt="2025-11-29T00:11:03.761" v="1642" actId="1076"/>
          <ac:cxnSpMkLst>
            <pc:docMk/>
            <pc:sldMk cId="2359402643" sldId="265"/>
            <ac:cxnSpMk id="5" creationId="{378039F8-BFA6-3700-22A2-A217C0927E7A}"/>
          </ac:cxnSpMkLst>
        </pc:cxnChg>
        <pc:cxnChg chg="mod">
          <ac:chgData name="Antonio Ventimiglia" userId="03aeda83-a99b-4171-85e0-a45cfa8724cf" providerId="ADAL" clId="{EAEAD219-5304-447D-B2A9-A546B653A120}" dt="2025-11-28T21:21:33.838" v="175" actId="14100"/>
          <ac:cxnSpMkLst>
            <pc:docMk/>
            <pc:sldMk cId="2359402643" sldId="265"/>
            <ac:cxnSpMk id="15" creationId="{3C82AC31-4080-7D36-8E16-1C039B9A7F69}"/>
          </ac:cxnSpMkLst>
        </pc:cxnChg>
      </pc:sldChg>
      <pc:sldChg chg="addSp delSp modSp mod">
        <pc:chgData name="Antonio Ventimiglia" userId="03aeda83-a99b-4171-85e0-a45cfa8724cf" providerId="ADAL" clId="{EAEAD219-5304-447D-B2A9-A546B653A120}" dt="2025-11-29T09:24:34.142" v="3273" actId="14100"/>
        <pc:sldMkLst>
          <pc:docMk/>
          <pc:sldMk cId="2323948679" sldId="267"/>
        </pc:sldMkLst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3" creationId="{60892409-3CFA-D02C-F956-38EE1711178C}"/>
          </ac:spMkLst>
        </pc:spChg>
        <pc:spChg chg="mod">
          <ac:chgData name="Antonio Ventimiglia" userId="03aeda83-a99b-4171-85e0-a45cfa8724cf" providerId="ADAL" clId="{EAEAD219-5304-447D-B2A9-A546B653A120}" dt="2025-11-29T01:21:32.515" v="2996" actId="1036"/>
          <ac:spMkLst>
            <pc:docMk/>
            <pc:sldMk cId="2323948679" sldId="267"/>
            <ac:spMk id="26" creationId="{799D4E16-CA2C-77C7-9480-BA7936972DC4}"/>
          </ac:spMkLst>
        </pc:spChg>
        <pc:spChg chg="mod">
          <ac:chgData name="Antonio Ventimiglia" userId="03aeda83-a99b-4171-85e0-a45cfa8724cf" providerId="ADAL" clId="{EAEAD219-5304-447D-B2A9-A546B653A120}" dt="2025-11-29T01:12:24.997" v="2891" actId="1038"/>
          <ac:spMkLst>
            <pc:docMk/>
            <pc:sldMk cId="2323948679" sldId="267"/>
            <ac:spMk id="27" creationId="{CBFE3876-EF5C-6E03-3C0D-FA8B6BFD622C}"/>
          </ac:spMkLst>
        </pc:spChg>
        <pc:spChg chg="mod">
          <ac:chgData name="Antonio Ventimiglia" userId="03aeda83-a99b-4171-85e0-a45cfa8724cf" providerId="ADAL" clId="{EAEAD219-5304-447D-B2A9-A546B653A120}" dt="2025-11-29T01:23:57.251" v="3115" actId="1036"/>
          <ac:spMkLst>
            <pc:docMk/>
            <pc:sldMk cId="2323948679" sldId="267"/>
            <ac:spMk id="28" creationId="{43E7BAC3-2DFE-6E24-4914-22C9AB263FC2}"/>
          </ac:spMkLst>
        </pc:spChg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39" creationId="{8F56B1FE-EBFD-BDFC-91F7-2C8A301A2883}"/>
          </ac:spMkLst>
        </pc:spChg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42" creationId="{7AECC409-20ED-D1A4-72D9-2DDA1FD26136}"/>
          </ac:spMkLst>
        </pc:spChg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45" creationId="{D18E67E5-F486-1308-3E82-3ABC0F54BE57}"/>
          </ac:spMkLst>
        </pc:spChg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48" creationId="{A583987A-1591-951B-3C5C-E9A28DB25CFE}"/>
          </ac:spMkLst>
        </pc:spChg>
        <pc:spChg chg="mod">
          <ac:chgData name="Antonio Ventimiglia" userId="03aeda83-a99b-4171-85e0-a45cfa8724cf" providerId="ADAL" clId="{EAEAD219-5304-447D-B2A9-A546B653A120}" dt="2025-11-29T01:21:32.515" v="2996" actId="1036"/>
          <ac:spMkLst>
            <pc:docMk/>
            <pc:sldMk cId="2323948679" sldId="267"/>
            <ac:spMk id="50" creationId="{E997C68F-6E66-0A74-3ED1-A0F722EC5477}"/>
          </ac:spMkLst>
        </pc:spChg>
        <pc:spChg chg="mod">
          <ac:chgData name="Antonio Ventimiglia" userId="03aeda83-a99b-4171-85e0-a45cfa8724cf" providerId="ADAL" clId="{EAEAD219-5304-447D-B2A9-A546B653A120}" dt="2025-11-29T01:08:03.462" v="2747" actId="1076"/>
          <ac:spMkLst>
            <pc:docMk/>
            <pc:sldMk cId="2323948679" sldId="267"/>
            <ac:spMk id="56" creationId="{A46C0D71-D52F-35D4-7AF5-7A7C60587B6B}"/>
          </ac:spMkLst>
        </pc:spChg>
        <pc:spChg chg="mod">
          <ac:chgData name="Antonio Ventimiglia" userId="03aeda83-a99b-4171-85e0-a45cfa8724cf" providerId="ADAL" clId="{EAEAD219-5304-447D-B2A9-A546B653A120}" dt="2025-11-29T01:12:24.997" v="2891" actId="1038"/>
          <ac:spMkLst>
            <pc:docMk/>
            <pc:sldMk cId="2323948679" sldId="267"/>
            <ac:spMk id="58" creationId="{8D223C4F-CE28-E7DA-10C5-44878C835BBC}"/>
          </ac:spMkLst>
        </pc:spChg>
        <pc:spChg chg="mod">
          <ac:chgData name="Antonio Ventimiglia" userId="03aeda83-a99b-4171-85e0-a45cfa8724cf" providerId="ADAL" clId="{EAEAD219-5304-447D-B2A9-A546B653A120}" dt="2025-11-29T01:08:03.462" v="2747" actId="1076"/>
          <ac:spMkLst>
            <pc:docMk/>
            <pc:sldMk cId="2323948679" sldId="267"/>
            <ac:spMk id="60" creationId="{ADF1913F-FE59-C1A0-AB2D-B29C253E7F2E}"/>
          </ac:spMkLst>
        </pc:spChg>
        <pc:spChg chg="mod">
          <ac:chgData name="Antonio Ventimiglia" userId="03aeda83-a99b-4171-85e0-a45cfa8724cf" providerId="ADAL" clId="{EAEAD219-5304-447D-B2A9-A546B653A120}" dt="2025-11-29T01:08:03.462" v="2747" actId="1076"/>
          <ac:spMkLst>
            <pc:docMk/>
            <pc:sldMk cId="2323948679" sldId="267"/>
            <ac:spMk id="62" creationId="{B02E1484-E00C-DFF2-0D8E-3BD29B3BDF01}"/>
          </ac:spMkLst>
        </pc:spChg>
        <pc:spChg chg="mod">
          <ac:chgData name="Antonio Ventimiglia" userId="03aeda83-a99b-4171-85e0-a45cfa8724cf" providerId="ADAL" clId="{EAEAD219-5304-447D-B2A9-A546B653A120}" dt="2025-11-29T01:21:32.515" v="2996" actId="1036"/>
          <ac:spMkLst>
            <pc:docMk/>
            <pc:sldMk cId="2323948679" sldId="267"/>
            <ac:spMk id="64" creationId="{813C0588-1CCE-011E-1EAB-1A304534FED5}"/>
          </ac:spMkLst>
        </pc:spChg>
        <pc:spChg chg="mod">
          <ac:chgData name="Antonio Ventimiglia" userId="03aeda83-a99b-4171-85e0-a45cfa8724cf" providerId="ADAL" clId="{EAEAD219-5304-447D-B2A9-A546B653A120}" dt="2025-11-29T01:22:20.706" v="3054" actId="1036"/>
          <ac:spMkLst>
            <pc:docMk/>
            <pc:sldMk cId="2323948679" sldId="267"/>
            <ac:spMk id="98" creationId="{36C8B32D-BD14-EEB3-721B-AA343520E80F}"/>
          </ac:spMkLst>
        </pc:spChg>
        <pc:spChg chg="mod">
          <ac:chgData name="Antonio Ventimiglia" userId="03aeda83-a99b-4171-85e0-a45cfa8724cf" providerId="ADAL" clId="{EAEAD219-5304-447D-B2A9-A546B653A120}" dt="2025-11-29T01:12:24.997" v="2891" actId="1038"/>
          <ac:spMkLst>
            <pc:docMk/>
            <pc:sldMk cId="2323948679" sldId="267"/>
            <ac:spMk id="110" creationId="{7990B5D6-2BFC-BC52-1C54-AA05C462610D}"/>
          </ac:spMkLst>
        </pc:spChg>
        <pc:spChg chg="mod">
          <ac:chgData name="Antonio Ventimiglia" userId="03aeda83-a99b-4171-85e0-a45cfa8724cf" providerId="ADAL" clId="{EAEAD219-5304-447D-B2A9-A546B653A120}" dt="2025-11-29T01:23:57.251" v="3115" actId="1036"/>
          <ac:spMkLst>
            <pc:docMk/>
            <pc:sldMk cId="2323948679" sldId="267"/>
            <ac:spMk id="125" creationId="{EE6A6D87-8459-8098-76A2-FB88F0980681}"/>
          </ac:spMkLst>
        </pc:spChg>
        <pc:spChg chg="mod">
          <ac:chgData name="Antonio Ventimiglia" userId="03aeda83-a99b-4171-85e0-a45cfa8724cf" providerId="ADAL" clId="{EAEAD219-5304-447D-B2A9-A546B653A120}" dt="2025-11-29T01:24:57.461" v="3136" actId="1035"/>
          <ac:spMkLst>
            <pc:docMk/>
            <pc:sldMk cId="2323948679" sldId="267"/>
            <ac:spMk id="126" creationId="{67612940-411E-B01F-F518-ECB7CE1FCCCB}"/>
          </ac:spMkLst>
        </pc:spChg>
        <pc:spChg chg="mod">
          <ac:chgData name="Antonio Ventimiglia" userId="03aeda83-a99b-4171-85e0-a45cfa8724cf" providerId="ADAL" clId="{EAEAD219-5304-447D-B2A9-A546B653A120}" dt="2025-11-29T01:26:55.404" v="3185" actId="20577"/>
          <ac:spMkLst>
            <pc:docMk/>
            <pc:sldMk cId="2323948679" sldId="267"/>
            <ac:spMk id="127" creationId="{9896E645-494F-F0DA-D127-D567EC8A8BF7}"/>
          </ac:spMkLst>
        </pc:spChg>
        <pc:spChg chg="mod">
          <ac:chgData name="Antonio Ventimiglia" userId="03aeda83-a99b-4171-85e0-a45cfa8724cf" providerId="ADAL" clId="{EAEAD219-5304-447D-B2A9-A546B653A120}" dt="2025-11-29T01:27:00.164" v="3189" actId="20577"/>
          <ac:spMkLst>
            <pc:docMk/>
            <pc:sldMk cId="2323948679" sldId="267"/>
            <ac:spMk id="128" creationId="{290655C4-C291-5518-D835-191745A04960}"/>
          </ac:spMkLst>
        </pc:spChg>
        <pc:spChg chg="add del mod">
          <ac:chgData name="Antonio Ventimiglia" userId="03aeda83-a99b-4171-85e0-a45cfa8724cf" providerId="ADAL" clId="{EAEAD219-5304-447D-B2A9-A546B653A120}" dt="2025-11-29T01:26:03.478" v="3143" actId="478"/>
          <ac:spMkLst>
            <pc:docMk/>
            <pc:sldMk cId="2323948679" sldId="267"/>
            <ac:spMk id="144" creationId="{E574B2B8-72E2-117F-AE27-7B1F94838F8D}"/>
          </ac:spMkLst>
        </pc:spChg>
        <pc:spChg chg="add del mod">
          <ac:chgData name="Antonio Ventimiglia" userId="03aeda83-a99b-4171-85e0-a45cfa8724cf" providerId="ADAL" clId="{EAEAD219-5304-447D-B2A9-A546B653A120}" dt="2025-11-29T01:26:03.478" v="3143" actId="478"/>
          <ac:spMkLst>
            <pc:docMk/>
            <pc:sldMk cId="2323948679" sldId="267"/>
            <ac:spMk id="145" creationId="{3BF3DA58-9898-C4BC-C758-007783A50455}"/>
          </ac:spMkLst>
        </pc:spChg>
        <pc:spChg chg="add del mod">
          <ac:chgData name="Antonio Ventimiglia" userId="03aeda83-a99b-4171-85e0-a45cfa8724cf" providerId="ADAL" clId="{EAEAD219-5304-447D-B2A9-A546B653A120}" dt="2025-11-29T01:26:03.478" v="3143" actId="478"/>
          <ac:spMkLst>
            <pc:docMk/>
            <pc:sldMk cId="2323948679" sldId="267"/>
            <ac:spMk id="146" creationId="{A41C437E-B1D2-3788-0F5C-847A5FADFABE}"/>
          </ac:spMkLst>
        </pc:spChg>
        <pc:spChg chg="add mod">
          <ac:chgData name="Antonio Ventimiglia" userId="03aeda83-a99b-4171-85e0-a45cfa8724cf" providerId="ADAL" clId="{EAEAD219-5304-447D-B2A9-A546B653A120}" dt="2025-11-29T01:27:10.852" v="3202" actId="20577"/>
          <ac:spMkLst>
            <pc:docMk/>
            <pc:sldMk cId="2323948679" sldId="267"/>
            <ac:spMk id="171" creationId="{B47AD13F-0E4C-2A29-2D1B-B8DD4480DBF9}"/>
          </ac:spMkLst>
        </pc:spChg>
        <pc:spChg chg="add mod">
          <ac:chgData name="Antonio Ventimiglia" userId="03aeda83-a99b-4171-85e0-a45cfa8724cf" providerId="ADAL" clId="{EAEAD219-5304-447D-B2A9-A546B653A120}" dt="2025-11-29T01:27:14.636" v="3206" actId="20577"/>
          <ac:spMkLst>
            <pc:docMk/>
            <pc:sldMk cId="2323948679" sldId="267"/>
            <ac:spMk id="172" creationId="{517FBBF9-DF65-0BF2-E2B3-162AADB1F806}"/>
          </ac:spMkLst>
        </pc:spChg>
        <pc:spChg chg="add mod">
          <ac:chgData name="Antonio Ventimiglia" userId="03aeda83-a99b-4171-85e0-a45cfa8724cf" providerId="ADAL" clId="{EAEAD219-5304-447D-B2A9-A546B653A120}" dt="2025-11-29T01:27:18.460" v="3214" actId="20577"/>
          <ac:spMkLst>
            <pc:docMk/>
            <pc:sldMk cId="2323948679" sldId="267"/>
            <ac:spMk id="173" creationId="{6BD69ABB-862A-AEA5-6150-BF510725DDD8}"/>
          </ac:spMkLst>
        </pc:spChg>
        <pc:graphicFrameChg chg="modGraphic">
          <ac:chgData name="Antonio Ventimiglia" userId="03aeda83-a99b-4171-85e0-a45cfa8724cf" providerId="ADAL" clId="{EAEAD219-5304-447D-B2A9-A546B653A120}" dt="2025-11-29T01:03:22.273" v="2645" actId="14100"/>
          <ac:graphicFrameMkLst>
            <pc:docMk/>
            <pc:sldMk cId="2323948679" sldId="267"/>
            <ac:graphicFrameMk id="4" creationId="{BA9B92A2-5249-0D92-06A1-BF167F70B32A}"/>
          </ac:graphicFrameMkLst>
        </pc:graphicFrameChg>
        <pc:graphicFrameChg chg="modGraphic">
          <ac:chgData name="Antonio Ventimiglia" userId="03aeda83-a99b-4171-85e0-a45cfa8724cf" providerId="ADAL" clId="{EAEAD219-5304-447D-B2A9-A546B653A120}" dt="2025-11-29T01:03:19.961" v="2644" actId="14100"/>
          <ac:graphicFrameMkLst>
            <pc:docMk/>
            <pc:sldMk cId="2323948679" sldId="267"/>
            <ac:graphicFrameMk id="5" creationId="{89BF7247-184F-8B6F-7EEC-4876BABDDF50}"/>
          </ac:graphicFrameMkLst>
        </pc:graphicFrameChg>
        <pc:graphicFrameChg chg="mod modGraphic">
          <ac:chgData name="Antonio Ventimiglia" userId="03aeda83-a99b-4171-85e0-a45cfa8724cf" providerId="ADAL" clId="{EAEAD219-5304-447D-B2A9-A546B653A120}" dt="2025-11-29T01:09:57.883" v="2848" actId="1076"/>
          <ac:graphicFrameMkLst>
            <pc:docMk/>
            <pc:sldMk cId="2323948679" sldId="267"/>
            <ac:graphicFrameMk id="17" creationId="{E4F257AA-7B78-8922-DF05-F6ED52A7050E}"/>
          </ac:graphicFrameMkLst>
        </pc:graphicFrameChg>
        <pc:graphicFrameChg chg="mod modGraphic">
          <ac:chgData name="Antonio Ventimiglia" userId="03aeda83-a99b-4171-85e0-a45cfa8724cf" providerId="ADAL" clId="{EAEAD219-5304-447D-B2A9-A546B653A120}" dt="2025-11-29T01:09:35.056" v="2845" actId="1076"/>
          <ac:graphicFrameMkLst>
            <pc:docMk/>
            <pc:sldMk cId="2323948679" sldId="267"/>
            <ac:graphicFrameMk id="22" creationId="{5FC98780-1371-CC2D-B551-C2D26840B4E3}"/>
          </ac:graphicFrameMkLst>
        </pc:graphicFrameChg>
        <pc:graphicFrameChg chg="mod modGraphic">
          <ac:chgData name="Antonio Ventimiglia" userId="03aeda83-a99b-4171-85e0-a45cfa8724cf" providerId="ADAL" clId="{EAEAD219-5304-447D-B2A9-A546B653A120}" dt="2025-11-29T01:09:35.056" v="2845" actId="1076"/>
          <ac:graphicFrameMkLst>
            <pc:docMk/>
            <pc:sldMk cId="2323948679" sldId="267"/>
            <ac:graphicFrameMk id="23" creationId="{19CF940B-D0B1-3054-BCD0-2B892079FFA4}"/>
          </ac:graphicFrameMkLst>
        </pc:graphicFrameChg>
        <pc:graphicFrameChg chg="mod modGraphic">
          <ac:chgData name="Antonio Ventimiglia" userId="03aeda83-a99b-4171-85e0-a45cfa8724cf" providerId="ADAL" clId="{EAEAD219-5304-447D-B2A9-A546B653A120}" dt="2025-11-29T01:08:40.895" v="2833" actId="1076"/>
          <ac:graphicFrameMkLst>
            <pc:docMk/>
            <pc:sldMk cId="2323948679" sldId="267"/>
            <ac:graphicFrameMk id="24" creationId="{CD89950E-5271-37B7-2555-307D16824821}"/>
          </ac:graphicFrameMkLst>
        </pc:graphicFrameChg>
        <pc:graphicFrameChg chg="mod">
          <ac:chgData name="Antonio Ventimiglia" userId="03aeda83-a99b-4171-85e0-a45cfa8724cf" providerId="ADAL" clId="{EAEAD219-5304-447D-B2A9-A546B653A120}" dt="2025-11-28T21:15:14.272" v="17" actId="1076"/>
          <ac:graphicFrameMkLst>
            <pc:docMk/>
            <pc:sldMk cId="2323948679" sldId="267"/>
            <ac:graphicFrameMk id="25" creationId="{CAA2C6F1-B599-BBD6-24A3-A268F6ED156D}"/>
          </ac:graphicFrameMkLst>
        </pc:graphicFrameChg>
        <pc:cxnChg chg="add mod">
          <ac:chgData name="Antonio Ventimiglia" userId="03aeda83-a99b-4171-85e0-a45cfa8724cf" providerId="ADAL" clId="{EAEAD219-5304-447D-B2A9-A546B653A120}" dt="2025-11-29T01:08:03.462" v="2747" actId="1076"/>
          <ac:cxnSpMkLst>
            <pc:docMk/>
            <pc:sldMk cId="2323948679" sldId="267"/>
            <ac:cxnSpMk id="11" creationId="{AAA1DC94-0672-1E05-B04B-4E34E475ACFB}"/>
          </ac:cxnSpMkLst>
        </pc:cxnChg>
        <pc:cxnChg chg="mod">
          <ac:chgData name="Antonio Ventimiglia" userId="03aeda83-a99b-4171-85e0-a45cfa8724cf" providerId="ADAL" clId="{EAEAD219-5304-447D-B2A9-A546B653A120}" dt="2025-11-29T01:29:13.709" v="3219" actId="14100"/>
          <ac:cxnSpMkLst>
            <pc:docMk/>
            <pc:sldMk cId="2323948679" sldId="267"/>
            <ac:cxnSpMk id="31" creationId="{A4782D34-6DB4-F494-F1E9-DB1B68BD37DC}"/>
          </ac:cxnSpMkLst>
        </pc:cxnChg>
        <pc:cxnChg chg="add del mod">
          <ac:chgData name="Antonio Ventimiglia" userId="03aeda83-a99b-4171-85e0-a45cfa8724cf" providerId="ADAL" clId="{EAEAD219-5304-447D-B2A9-A546B653A120}" dt="2025-11-29T01:15:53.766" v="2900" actId="478"/>
          <ac:cxnSpMkLst>
            <pc:docMk/>
            <pc:sldMk cId="2323948679" sldId="267"/>
            <ac:cxnSpMk id="34" creationId="{52429B00-AA06-C9A9-7D67-D359AE37E7FA}"/>
          </ac:cxnSpMkLst>
        </pc:cxnChg>
        <pc:cxnChg chg="mod">
          <ac:chgData name="Antonio Ventimiglia" userId="03aeda83-a99b-4171-85e0-a45cfa8724cf" providerId="ADAL" clId="{EAEAD219-5304-447D-B2A9-A546B653A120}" dt="2025-11-29T01:22:40.976" v="3057" actId="1076"/>
          <ac:cxnSpMkLst>
            <pc:docMk/>
            <pc:sldMk cId="2323948679" sldId="267"/>
            <ac:cxnSpMk id="40" creationId="{963AE017-FED3-AF89-4EA4-2F3B3DB4BC63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47" creationId="{FE0AD6F3-A3E6-4073-82D8-EA4DF204A725}"/>
          </ac:cxnSpMkLst>
        </pc:cxnChg>
        <pc:cxnChg chg="del mod">
          <ac:chgData name="Antonio Ventimiglia" userId="03aeda83-a99b-4171-85e0-a45cfa8724cf" providerId="ADAL" clId="{EAEAD219-5304-447D-B2A9-A546B653A120}" dt="2025-11-29T01:05:14.711" v="2672" actId="478"/>
          <ac:cxnSpMkLst>
            <pc:docMk/>
            <pc:sldMk cId="2323948679" sldId="267"/>
            <ac:cxnSpMk id="49" creationId="{BF30CBF5-BE2A-2957-FEB3-ED9A4999920D}"/>
          </ac:cxnSpMkLst>
        </pc:cxnChg>
        <pc:cxnChg chg="add del mod">
          <ac:chgData name="Antonio Ventimiglia" userId="03aeda83-a99b-4171-85e0-a45cfa8724cf" providerId="ADAL" clId="{EAEAD219-5304-447D-B2A9-A546B653A120}" dt="2025-11-29T01:16:45.454" v="2922" actId="478"/>
          <ac:cxnSpMkLst>
            <pc:docMk/>
            <pc:sldMk cId="2323948679" sldId="267"/>
            <ac:cxnSpMk id="52" creationId="{F8D4B343-F015-FD72-7E8F-4074BAD87082}"/>
          </ac:cxnSpMkLst>
        </pc:cxnChg>
        <pc:cxnChg chg="del mod">
          <ac:chgData name="Antonio Ventimiglia" userId="03aeda83-a99b-4171-85e0-a45cfa8724cf" providerId="ADAL" clId="{EAEAD219-5304-447D-B2A9-A546B653A120}" dt="2025-11-29T01:16:08.008" v="2905" actId="478"/>
          <ac:cxnSpMkLst>
            <pc:docMk/>
            <pc:sldMk cId="2323948679" sldId="267"/>
            <ac:cxnSpMk id="55" creationId="{6D1DEB95-7EAA-1EBC-923F-00AC746E4B88}"/>
          </ac:cxnSpMkLst>
        </pc:cxnChg>
        <pc:cxnChg chg="del mod">
          <ac:chgData name="Antonio Ventimiglia" userId="03aeda83-a99b-4171-85e0-a45cfa8724cf" providerId="ADAL" clId="{EAEAD219-5304-447D-B2A9-A546B653A120}" dt="2025-11-29T01:16:16.665" v="2910" actId="478"/>
          <ac:cxnSpMkLst>
            <pc:docMk/>
            <pc:sldMk cId="2323948679" sldId="267"/>
            <ac:cxnSpMk id="57" creationId="{CDAEA9AB-A7B3-5FB8-80E0-9C701AFA2CD1}"/>
          </ac:cxnSpMkLst>
        </pc:cxnChg>
        <pc:cxnChg chg="del">
          <ac:chgData name="Antonio Ventimiglia" userId="03aeda83-a99b-4171-85e0-a45cfa8724cf" providerId="ADAL" clId="{EAEAD219-5304-447D-B2A9-A546B653A120}" dt="2025-11-29T01:05:42.845" v="2695" actId="478"/>
          <ac:cxnSpMkLst>
            <pc:docMk/>
            <pc:sldMk cId="2323948679" sldId="267"/>
            <ac:cxnSpMk id="59" creationId="{A84EDEBD-4E52-FB47-B408-54CCCA30256C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61" creationId="{1F269EEF-D579-021E-44E8-EEDE90E745D7}"/>
          </ac:cxnSpMkLst>
        </pc:cxnChg>
        <pc:cxnChg chg="del mod">
          <ac:chgData name="Antonio Ventimiglia" userId="03aeda83-a99b-4171-85e0-a45cfa8724cf" providerId="ADAL" clId="{EAEAD219-5304-447D-B2A9-A546B653A120}" dt="2025-11-29T01:16:29.486" v="2916" actId="478"/>
          <ac:cxnSpMkLst>
            <pc:docMk/>
            <pc:sldMk cId="2323948679" sldId="267"/>
            <ac:cxnSpMk id="63" creationId="{982E60E2-7204-84E2-7F95-6FFFD43E94C9}"/>
          </ac:cxnSpMkLst>
        </pc:cxnChg>
        <pc:cxnChg chg="add del mod">
          <ac:chgData name="Antonio Ventimiglia" userId="03aeda83-a99b-4171-85e0-a45cfa8724cf" providerId="ADAL" clId="{EAEAD219-5304-447D-B2A9-A546B653A120}" dt="2025-11-29T01:16:57.533" v="2926" actId="478"/>
          <ac:cxnSpMkLst>
            <pc:docMk/>
            <pc:sldMk cId="2323948679" sldId="267"/>
            <ac:cxnSpMk id="65" creationId="{3F36182D-1049-F52D-9E1B-9E65A712AD3B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67" creationId="{CA71B4EF-AC51-1F77-FD96-E311D9B44249}"/>
          </ac:cxnSpMkLst>
        </pc:cxnChg>
        <pc:cxnChg chg="add del mod">
          <ac:chgData name="Antonio Ventimiglia" userId="03aeda83-a99b-4171-85e0-a45cfa8724cf" providerId="ADAL" clId="{EAEAD219-5304-447D-B2A9-A546B653A120}" dt="2025-11-29T01:18:15.902" v="2954" actId="478"/>
          <ac:cxnSpMkLst>
            <pc:docMk/>
            <pc:sldMk cId="2323948679" sldId="267"/>
            <ac:cxnSpMk id="77" creationId="{393121D3-9040-502F-837F-AD939D322C5F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78" creationId="{60F11025-DD28-9D18-1A99-1AA092819809}"/>
          </ac:cxnSpMkLst>
        </pc:cxnChg>
        <pc:cxnChg chg="add del mod">
          <ac:chgData name="Antonio Ventimiglia" userId="03aeda83-a99b-4171-85e0-a45cfa8724cf" providerId="ADAL" clId="{EAEAD219-5304-447D-B2A9-A546B653A120}" dt="2025-11-29T01:18:06.756" v="2951" actId="478"/>
          <ac:cxnSpMkLst>
            <pc:docMk/>
            <pc:sldMk cId="2323948679" sldId="267"/>
            <ac:cxnSpMk id="79" creationId="{863AC154-94FA-195B-86AB-3C4798853047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80" creationId="{509FF51D-5301-3FD7-475C-57C78B474DB9}"/>
          </ac:cxnSpMkLst>
        </pc:cxnChg>
        <pc:cxnChg chg="add del mod">
          <ac:chgData name="Antonio Ventimiglia" userId="03aeda83-a99b-4171-85e0-a45cfa8724cf" providerId="ADAL" clId="{EAEAD219-5304-447D-B2A9-A546B653A120}" dt="2025-11-29T01:17:49.398" v="2944" actId="478"/>
          <ac:cxnSpMkLst>
            <pc:docMk/>
            <pc:sldMk cId="2323948679" sldId="267"/>
            <ac:cxnSpMk id="81" creationId="{F58B6CF0-3901-4DBA-26DD-81B3B103FF3F}"/>
          </ac:cxnSpMkLst>
        </pc:cxnChg>
        <pc:cxnChg chg="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82" creationId="{23D88F17-D564-0C2B-8E6A-5793659531BE}"/>
          </ac:cxnSpMkLst>
        </pc:cxnChg>
        <pc:cxnChg chg="add mod">
          <ac:chgData name="Antonio Ventimiglia" userId="03aeda83-a99b-4171-85e0-a45cfa8724cf" providerId="ADAL" clId="{EAEAD219-5304-447D-B2A9-A546B653A120}" dt="2025-11-29T01:07:40.645" v="2746" actId="1076"/>
          <ac:cxnSpMkLst>
            <pc:docMk/>
            <pc:sldMk cId="2323948679" sldId="267"/>
            <ac:cxnSpMk id="83" creationId="{2D7378F2-56F3-BE19-5816-661316D8342F}"/>
          </ac:cxnSpMkLst>
        </pc:cxnChg>
        <pc:cxnChg chg="add del mod">
          <ac:chgData name="Antonio Ventimiglia" userId="03aeda83-a99b-4171-85e0-a45cfa8724cf" providerId="ADAL" clId="{EAEAD219-5304-447D-B2A9-A546B653A120}" dt="2025-11-29T01:18:24.150" v="2957" actId="478"/>
          <ac:cxnSpMkLst>
            <pc:docMk/>
            <pc:sldMk cId="2323948679" sldId="267"/>
            <ac:cxnSpMk id="84" creationId="{9551FA05-3D9A-2BAF-F56E-D5CC00E721E1}"/>
          </ac:cxnSpMkLst>
        </pc:cxnChg>
        <pc:cxnChg chg="mod">
          <ac:chgData name="Antonio Ventimiglia" userId="03aeda83-a99b-4171-85e0-a45cfa8724cf" providerId="ADAL" clId="{EAEAD219-5304-447D-B2A9-A546B653A120}" dt="2025-11-29T01:11:37.755" v="2874" actId="1076"/>
          <ac:cxnSpMkLst>
            <pc:docMk/>
            <pc:sldMk cId="2323948679" sldId="267"/>
            <ac:cxnSpMk id="85" creationId="{560B88CC-901B-FBD8-B6B7-F609E9049342}"/>
          </ac:cxnSpMkLst>
        </pc:cxnChg>
        <pc:cxnChg chg="mod">
          <ac:chgData name="Antonio Ventimiglia" userId="03aeda83-a99b-4171-85e0-a45cfa8724cf" providerId="ADAL" clId="{EAEAD219-5304-447D-B2A9-A546B653A120}" dt="2025-11-29T01:11:41.565" v="2876" actId="14100"/>
          <ac:cxnSpMkLst>
            <pc:docMk/>
            <pc:sldMk cId="2323948679" sldId="267"/>
            <ac:cxnSpMk id="86" creationId="{11ED66BB-8B3D-E666-928E-DB21D5A7E968}"/>
          </ac:cxnSpMkLst>
        </pc:cxnChg>
        <pc:cxnChg chg="add del mod">
          <ac:chgData name="Antonio Ventimiglia" userId="03aeda83-a99b-4171-85e0-a45cfa8724cf" providerId="ADAL" clId="{EAEAD219-5304-447D-B2A9-A546B653A120}" dt="2025-11-29T01:17:31.054" v="2939" actId="478"/>
          <ac:cxnSpMkLst>
            <pc:docMk/>
            <pc:sldMk cId="2323948679" sldId="267"/>
            <ac:cxnSpMk id="87" creationId="{BE57059D-E298-8AA7-8AD1-DD54EAC3D2D4}"/>
          </ac:cxnSpMkLst>
        </pc:cxnChg>
        <pc:cxnChg chg="add del mod">
          <ac:chgData name="Antonio Ventimiglia" userId="03aeda83-a99b-4171-85e0-a45cfa8724cf" providerId="ADAL" clId="{EAEAD219-5304-447D-B2A9-A546B653A120}" dt="2025-11-29T01:17:19.374" v="2933" actId="478"/>
          <ac:cxnSpMkLst>
            <pc:docMk/>
            <pc:sldMk cId="2323948679" sldId="267"/>
            <ac:cxnSpMk id="88" creationId="{E55AA68A-8F10-D93F-965B-02A3CFBAA592}"/>
          </ac:cxnSpMkLst>
        </pc:cxnChg>
        <pc:cxnChg chg="add del mod">
          <ac:chgData name="Antonio Ventimiglia" userId="03aeda83-a99b-4171-85e0-a45cfa8724cf" providerId="ADAL" clId="{EAEAD219-5304-447D-B2A9-A546B653A120}" dt="2025-11-29T01:22:20.706" v="3054" actId="1036"/>
          <ac:cxnSpMkLst>
            <pc:docMk/>
            <pc:sldMk cId="2323948679" sldId="267"/>
            <ac:cxnSpMk id="91" creationId="{F3A788E7-3941-A2F6-261A-342D756EC5E3}"/>
          </ac:cxnSpMkLst>
        </pc:cxnChg>
        <pc:cxnChg chg="mod">
          <ac:chgData name="Antonio Ventimiglia" userId="03aeda83-a99b-4171-85e0-a45cfa8724cf" providerId="ADAL" clId="{EAEAD219-5304-447D-B2A9-A546B653A120}" dt="2025-11-29T09:24:26.037" v="3271" actId="14100"/>
          <ac:cxnSpMkLst>
            <pc:docMk/>
            <pc:sldMk cId="2323948679" sldId="267"/>
            <ac:cxnSpMk id="92" creationId="{2E34BC41-E097-5004-805F-5EBA5AC0A40A}"/>
          </ac:cxnSpMkLst>
        </pc:cxnChg>
        <pc:cxnChg chg="add mod">
          <ac:chgData name="Antonio Ventimiglia" userId="03aeda83-a99b-4171-85e0-a45cfa8724cf" providerId="ADAL" clId="{EAEAD219-5304-447D-B2A9-A546B653A120}" dt="2025-11-29T01:28:47.923" v="3216" actId="1582"/>
          <ac:cxnSpMkLst>
            <pc:docMk/>
            <pc:sldMk cId="2323948679" sldId="267"/>
            <ac:cxnSpMk id="93" creationId="{A157D5E5-78DC-631E-1EE6-260E1508EA6B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97" creationId="{9BABA28C-8455-0152-DC18-402661839F09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101" creationId="{B91BE7D8-03EC-4E5D-5FC8-11A098A3C350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102" creationId="{5E783519-9DB5-14E3-81F5-D3F8E069A5B1}"/>
          </ac:cxnSpMkLst>
        </pc:cxnChg>
        <pc:cxnChg chg="add del mod">
          <ac:chgData name="Antonio Ventimiglia" userId="03aeda83-a99b-4171-85e0-a45cfa8724cf" providerId="ADAL" clId="{EAEAD219-5304-447D-B2A9-A546B653A120}" dt="2025-11-29T01:15:52.355" v="2899" actId="21"/>
          <ac:cxnSpMkLst>
            <pc:docMk/>
            <pc:sldMk cId="2323948679" sldId="267"/>
            <ac:cxnSpMk id="112" creationId="{B1DCB801-5177-A831-45D0-3FCF2FD75BF6}"/>
          </ac:cxnSpMkLst>
        </pc:cxnChg>
        <pc:cxnChg chg="add mod">
          <ac:chgData name="Antonio Ventimiglia" userId="03aeda83-a99b-4171-85e0-a45cfa8724cf" providerId="ADAL" clId="{EAEAD219-5304-447D-B2A9-A546B653A120}" dt="2025-11-29T01:15:54.975" v="2901"/>
          <ac:cxnSpMkLst>
            <pc:docMk/>
            <pc:sldMk cId="2323948679" sldId="267"/>
            <ac:cxnSpMk id="114" creationId="{B1DCB801-5177-A831-45D0-3FCF2FD75BF6}"/>
          </ac:cxnSpMkLst>
        </pc:cxnChg>
        <pc:cxnChg chg="add del mod">
          <ac:chgData name="Antonio Ventimiglia" userId="03aeda83-a99b-4171-85e0-a45cfa8724cf" providerId="ADAL" clId="{EAEAD219-5304-447D-B2A9-A546B653A120}" dt="2025-11-29T01:16:06.595" v="2904" actId="21"/>
          <ac:cxnSpMkLst>
            <pc:docMk/>
            <pc:sldMk cId="2323948679" sldId="267"/>
            <ac:cxnSpMk id="115" creationId="{9E37C8C9-81B6-3F0A-D487-BD64F9BBB1C3}"/>
          </ac:cxnSpMkLst>
        </pc:cxnChg>
        <pc:cxnChg chg="add mod">
          <ac:chgData name="Antonio Ventimiglia" userId="03aeda83-a99b-4171-85e0-a45cfa8724cf" providerId="ADAL" clId="{EAEAD219-5304-447D-B2A9-A546B653A120}" dt="2025-11-29T01:16:08.960" v="2906"/>
          <ac:cxnSpMkLst>
            <pc:docMk/>
            <pc:sldMk cId="2323948679" sldId="267"/>
            <ac:cxnSpMk id="116" creationId="{9E37C8C9-81B6-3F0A-D487-BD64F9BBB1C3}"/>
          </ac:cxnSpMkLst>
        </pc:cxnChg>
        <pc:cxnChg chg="add del mod">
          <ac:chgData name="Antonio Ventimiglia" userId="03aeda83-a99b-4171-85e0-a45cfa8724cf" providerId="ADAL" clId="{EAEAD219-5304-447D-B2A9-A546B653A120}" dt="2025-11-29T09:24:22.053" v="3269" actId="1076"/>
          <ac:cxnSpMkLst>
            <pc:docMk/>
            <pc:sldMk cId="2323948679" sldId="267"/>
            <ac:cxnSpMk id="117" creationId="{D7AB374D-8B5D-66D0-AAAF-931D2A3DE3D1}"/>
          </ac:cxnSpMkLst>
        </pc:cxnChg>
        <pc:cxnChg chg="add del mod">
          <ac:chgData name="Antonio Ventimiglia" userId="03aeda83-a99b-4171-85e0-a45cfa8724cf" providerId="ADAL" clId="{EAEAD219-5304-447D-B2A9-A546B653A120}" dt="2025-11-29T01:16:15.603" v="2909" actId="21"/>
          <ac:cxnSpMkLst>
            <pc:docMk/>
            <pc:sldMk cId="2323948679" sldId="267"/>
            <ac:cxnSpMk id="118" creationId="{417A6972-EA23-D626-F446-624B1C67EC9F}"/>
          </ac:cxnSpMkLst>
        </pc:cxnChg>
        <pc:cxnChg chg="add mod">
          <ac:chgData name="Antonio Ventimiglia" userId="03aeda83-a99b-4171-85e0-a45cfa8724cf" providerId="ADAL" clId="{EAEAD219-5304-447D-B2A9-A546B653A120}" dt="2025-11-29T01:16:17.489" v="2911"/>
          <ac:cxnSpMkLst>
            <pc:docMk/>
            <pc:sldMk cId="2323948679" sldId="267"/>
            <ac:cxnSpMk id="119" creationId="{417A6972-EA23-D626-F446-624B1C67EC9F}"/>
          </ac:cxnSpMkLst>
        </pc:cxnChg>
        <pc:cxnChg chg="add del mod">
          <ac:chgData name="Antonio Ventimiglia" userId="03aeda83-a99b-4171-85e0-a45cfa8724cf" providerId="ADAL" clId="{EAEAD219-5304-447D-B2A9-A546B653A120}" dt="2025-11-29T01:16:28.345" v="2915" actId="21"/>
          <ac:cxnSpMkLst>
            <pc:docMk/>
            <pc:sldMk cId="2323948679" sldId="267"/>
            <ac:cxnSpMk id="120" creationId="{0CDDA4B6-65BA-88C3-305E-F7FB1C1CA48C}"/>
          </ac:cxnSpMkLst>
        </pc:cxnChg>
        <pc:cxnChg chg="add mod">
          <ac:chgData name="Antonio Ventimiglia" userId="03aeda83-a99b-4171-85e0-a45cfa8724cf" providerId="ADAL" clId="{EAEAD219-5304-447D-B2A9-A546B653A120}" dt="2025-11-29T01:16:30.816" v="2917"/>
          <ac:cxnSpMkLst>
            <pc:docMk/>
            <pc:sldMk cId="2323948679" sldId="267"/>
            <ac:cxnSpMk id="121" creationId="{0CDDA4B6-65BA-88C3-305E-F7FB1C1CA48C}"/>
          </ac:cxnSpMkLst>
        </pc:cxnChg>
        <pc:cxnChg chg="add del mod">
          <ac:chgData name="Antonio Ventimiglia" userId="03aeda83-a99b-4171-85e0-a45cfa8724cf" providerId="ADAL" clId="{EAEAD219-5304-447D-B2A9-A546B653A120}" dt="2025-11-29T01:16:44.104" v="2921" actId="21"/>
          <ac:cxnSpMkLst>
            <pc:docMk/>
            <pc:sldMk cId="2323948679" sldId="267"/>
            <ac:cxnSpMk id="122" creationId="{E24B53C7-8595-5911-6A7B-93CF48803B06}"/>
          </ac:cxnSpMkLst>
        </pc:cxnChg>
        <pc:cxnChg chg="add mod">
          <ac:chgData name="Antonio Ventimiglia" userId="03aeda83-a99b-4171-85e0-a45cfa8724cf" providerId="ADAL" clId="{EAEAD219-5304-447D-B2A9-A546B653A120}" dt="2025-11-29T01:16:46.359" v="2923"/>
          <ac:cxnSpMkLst>
            <pc:docMk/>
            <pc:sldMk cId="2323948679" sldId="267"/>
            <ac:cxnSpMk id="124" creationId="{E24B53C7-8595-5911-6A7B-93CF48803B06}"/>
          </ac:cxnSpMkLst>
        </pc:cxnChg>
        <pc:cxnChg chg="mod">
          <ac:chgData name="Antonio Ventimiglia" userId="03aeda83-a99b-4171-85e0-a45cfa8724cf" providerId="ADAL" clId="{EAEAD219-5304-447D-B2A9-A546B653A120}" dt="2025-11-29T01:26:17.283" v="3145" actId="14100"/>
          <ac:cxnSpMkLst>
            <pc:docMk/>
            <pc:sldMk cId="2323948679" sldId="267"/>
            <ac:cxnSpMk id="129" creationId="{A12D89BA-5A87-9D60-CF9B-ADD762A11466}"/>
          </ac:cxnSpMkLst>
        </pc:cxnChg>
        <pc:cxnChg chg="add mod">
          <ac:chgData name="Antonio Ventimiglia" userId="03aeda83-a99b-4171-85e0-a45cfa8724cf" providerId="ADAL" clId="{EAEAD219-5304-447D-B2A9-A546B653A120}" dt="2025-11-29T01:17:03.724" v="2927" actId="1076"/>
          <ac:cxnSpMkLst>
            <pc:docMk/>
            <pc:sldMk cId="2323948679" sldId="267"/>
            <ac:cxnSpMk id="130" creationId="{D677F559-E981-9744-ACDC-358D6EB06181}"/>
          </ac:cxnSpMkLst>
        </pc:cxnChg>
        <pc:cxnChg chg="add del mod">
          <ac:chgData name="Antonio Ventimiglia" userId="03aeda83-a99b-4171-85e0-a45cfa8724cf" providerId="ADAL" clId="{EAEAD219-5304-447D-B2A9-A546B653A120}" dt="2025-11-29T01:17:18.234" v="2932" actId="21"/>
          <ac:cxnSpMkLst>
            <pc:docMk/>
            <pc:sldMk cId="2323948679" sldId="267"/>
            <ac:cxnSpMk id="131" creationId="{78D04779-0580-DEB9-1A7B-99E705E9582A}"/>
          </ac:cxnSpMkLst>
        </pc:cxnChg>
        <pc:cxnChg chg="add mod">
          <ac:chgData name="Antonio Ventimiglia" userId="03aeda83-a99b-4171-85e0-a45cfa8724cf" providerId="ADAL" clId="{EAEAD219-5304-447D-B2A9-A546B653A120}" dt="2025-11-29T01:17:20.130" v="2934"/>
          <ac:cxnSpMkLst>
            <pc:docMk/>
            <pc:sldMk cId="2323948679" sldId="267"/>
            <ac:cxnSpMk id="132" creationId="{78D04779-0580-DEB9-1A7B-99E705E9582A}"/>
          </ac:cxnSpMkLst>
        </pc:cxnChg>
        <pc:cxnChg chg="add del mod">
          <ac:chgData name="Antonio Ventimiglia" userId="03aeda83-a99b-4171-85e0-a45cfa8724cf" providerId="ADAL" clId="{EAEAD219-5304-447D-B2A9-A546B653A120}" dt="2025-11-29T01:17:29.998" v="2938" actId="21"/>
          <ac:cxnSpMkLst>
            <pc:docMk/>
            <pc:sldMk cId="2323948679" sldId="267"/>
            <ac:cxnSpMk id="133" creationId="{BC58C6B5-5B25-A512-52DE-E7798B23B9CD}"/>
          </ac:cxnSpMkLst>
        </pc:cxnChg>
        <pc:cxnChg chg="add mod">
          <ac:chgData name="Antonio Ventimiglia" userId="03aeda83-a99b-4171-85e0-a45cfa8724cf" providerId="ADAL" clId="{EAEAD219-5304-447D-B2A9-A546B653A120}" dt="2025-11-29T01:17:31.912" v="2940"/>
          <ac:cxnSpMkLst>
            <pc:docMk/>
            <pc:sldMk cId="2323948679" sldId="267"/>
            <ac:cxnSpMk id="134" creationId="{BC58C6B5-5B25-A512-52DE-E7798B23B9CD}"/>
          </ac:cxnSpMkLst>
        </pc:cxnChg>
        <pc:cxnChg chg="add mod">
          <ac:chgData name="Antonio Ventimiglia" userId="03aeda83-a99b-4171-85e0-a45cfa8724cf" providerId="ADAL" clId="{EAEAD219-5304-447D-B2A9-A546B653A120}" dt="2025-11-29T01:17:41.820" v="2943" actId="1076"/>
          <ac:cxnSpMkLst>
            <pc:docMk/>
            <pc:sldMk cId="2323948679" sldId="267"/>
            <ac:cxnSpMk id="135" creationId="{C01FFEC9-04E0-BCE3-8BA9-0EFD88C47B24}"/>
          </ac:cxnSpMkLst>
        </pc:cxnChg>
        <pc:cxnChg chg="add mod">
          <ac:chgData name="Antonio Ventimiglia" userId="03aeda83-a99b-4171-85e0-a45cfa8724cf" providerId="ADAL" clId="{EAEAD219-5304-447D-B2A9-A546B653A120}" dt="2025-11-29T01:18:04.045" v="2950" actId="1076"/>
          <ac:cxnSpMkLst>
            <pc:docMk/>
            <pc:sldMk cId="2323948679" sldId="267"/>
            <ac:cxnSpMk id="136" creationId="{E419EC75-9B55-2430-A2B2-90566DC8D93E}"/>
          </ac:cxnSpMkLst>
        </pc:cxnChg>
        <pc:cxnChg chg="add mod">
          <ac:chgData name="Antonio Ventimiglia" userId="03aeda83-a99b-4171-85e0-a45cfa8724cf" providerId="ADAL" clId="{EAEAD219-5304-447D-B2A9-A546B653A120}" dt="2025-11-29T01:18:13.749" v="2953" actId="1076"/>
          <ac:cxnSpMkLst>
            <pc:docMk/>
            <pc:sldMk cId="2323948679" sldId="267"/>
            <ac:cxnSpMk id="137" creationId="{34976270-2821-847E-B237-009E21F2D77C}"/>
          </ac:cxnSpMkLst>
        </pc:cxnChg>
        <pc:cxnChg chg="add mod">
          <ac:chgData name="Antonio Ventimiglia" userId="03aeda83-a99b-4171-85e0-a45cfa8724cf" providerId="ADAL" clId="{EAEAD219-5304-447D-B2A9-A546B653A120}" dt="2025-11-29T01:18:21.701" v="2956" actId="1076"/>
          <ac:cxnSpMkLst>
            <pc:docMk/>
            <pc:sldMk cId="2323948679" sldId="267"/>
            <ac:cxnSpMk id="142" creationId="{4C22FFB4-59D4-2A40-E68D-36DB20623CBA}"/>
          </ac:cxnSpMkLst>
        </pc:cxnChg>
        <pc:cxnChg chg="add mod">
          <ac:chgData name="Antonio Ventimiglia" userId="03aeda83-a99b-4171-85e0-a45cfa8724cf" providerId="ADAL" clId="{EAEAD219-5304-447D-B2A9-A546B653A120}" dt="2025-11-29T09:23:51.912" v="3256" actId="1582"/>
          <ac:cxnSpMkLst>
            <pc:docMk/>
            <pc:sldMk cId="2323948679" sldId="267"/>
            <ac:cxnSpMk id="148" creationId="{F45DB506-A610-762C-2E08-3EDDA8BBEB27}"/>
          </ac:cxnSpMkLst>
        </pc:cxnChg>
        <pc:cxnChg chg="add mod">
          <ac:chgData name="Antonio Ventimiglia" userId="03aeda83-a99b-4171-85e0-a45cfa8724cf" providerId="ADAL" clId="{EAEAD219-5304-447D-B2A9-A546B653A120}" dt="2025-11-29T09:23:51.912" v="3256" actId="1582"/>
          <ac:cxnSpMkLst>
            <pc:docMk/>
            <pc:sldMk cId="2323948679" sldId="267"/>
            <ac:cxnSpMk id="150" creationId="{BB7C05C2-ABEA-D6FA-7172-22C651E42EA3}"/>
          </ac:cxnSpMkLst>
        </pc:cxnChg>
        <pc:cxnChg chg="mod">
          <ac:chgData name="Antonio Ventimiglia" userId="03aeda83-a99b-4171-85e0-a45cfa8724cf" providerId="ADAL" clId="{EAEAD219-5304-447D-B2A9-A546B653A120}" dt="2025-11-29T01:24:57.461" v="3136" actId="1035"/>
          <ac:cxnSpMkLst>
            <pc:docMk/>
            <pc:sldMk cId="2323948679" sldId="267"/>
            <ac:cxnSpMk id="159" creationId="{5857DF33-76E6-C16B-301E-5299DEC1DC78}"/>
          </ac:cxnSpMkLst>
        </pc:cxnChg>
        <pc:cxnChg chg="mod">
          <ac:chgData name="Antonio Ventimiglia" userId="03aeda83-a99b-4171-85e0-a45cfa8724cf" providerId="ADAL" clId="{EAEAD219-5304-447D-B2A9-A546B653A120}" dt="2025-11-29T01:25:23.335" v="3137" actId="1076"/>
          <ac:cxnSpMkLst>
            <pc:docMk/>
            <pc:sldMk cId="2323948679" sldId="267"/>
            <ac:cxnSpMk id="160" creationId="{3F45D7B4-F0D5-A209-F47F-9C59801132A1}"/>
          </ac:cxnSpMkLst>
        </pc:cxnChg>
        <pc:cxnChg chg="mod">
          <ac:chgData name="Antonio Ventimiglia" userId="03aeda83-a99b-4171-85e0-a45cfa8724cf" providerId="ADAL" clId="{EAEAD219-5304-447D-B2A9-A546B653A120}" dt="2025-11-29T01:25:40.720" v="3140" actId="1076"/>
          <ac:cxnSpMkLst>
            <pc:docMk/>
            <pc:sldMk cId="2323948679" sldId="267"/>
            <ac:cxnSpMk id="161" creationId="{F9E9BAD7-0BB9-7A61-051D-9B2285F185F7}"/>
          </ac:cxnSpMkLst>
        </pc:cxnChg>
        <pc:cxnChg chg="mod">
          <ac:chgData name="Antonio Ventimiglia" userId="03aeda83-a99b-4171-85e0-a45cfa8724cf" providerId="ADAL" clId="{EAEAD219-5304-447D-B2A9-A546B653A120}" dt="2025-11-29T01:26:23.821" v="3147" actId="14100"/>
          <ac:cxnSpMkLst>
            <pc:docMk/>
            <pc:sldMk cId="2323948679" sldId="267"/>
            <ac:cxnSpMk id="163" creationId="{3B988041-C860-84A1-9AD7-5644787F36FF}"/>
          </ac:cxnSpMkLst>
        </pc:cxnChg>
        <pc:cxnChg chg="mod">
          <ac:chgData name="Antonio Ventimiglia" userId="03aeda83-a99b-4171-85e0-a45cfa8724cf" providerId="ADAL" clId="{EAEAD219-5304-447D-B2A9-A546B653A120}" dt="2025-11-29T01:24:57.461" v="3136" actId="1035"/>
          <ac:cxnSpMkLst>
            <pc:docMk/>
            <pc:sldMk cId="2323948679" sldId="267"/>
            <ac:cxnSpMk id="165" creationId="{2953ED4B-0803-5F75-1E21-4EDF821F0F0F}"/>
          </ac:cxnSpMkLst>
        </pc:cxnChg>
        <pc:cxnChg chg="mod">
          <ac:chgData name="Antonio Ventimiglia" userId="03aeda83-a99b-4171-85e0-a45cfa8724cf" providerId="ADAL" clId="{EAEAD219-5304-447D-B2A9-A546B653A120}" dt="2025-11-29T01:25:23.335" v="3137" actId="1076"/>
          <ac:cxnSpMkLst>
            <pc:docMk/>
            <pc:sldMk cId="2323948679" sldId="267"/>
            <ac:cxnSpMk id="166" creationId="{B1BA5930-9AAA-F7A9-2EC1-717CA89EB3C4}"/>
          </ac:cxnSpMkLst>
        </pc:cxnChg>
        <pc:cxnChg chg="mod">
          <ac:chgData name="Antonio Ventimiglia" userId="03aeda83-a99b-4171-85e0-a45cfa8724cf" providerId="ADAL" clId="{EAEAD219-5304-447D-B2A9-A546B653A120}" dt="2025-11-29T01:25:40.720" v="3140" actId="1076"/>
          <ac:cxnSpMkLst>
            <pc:docMk/>
            <pc:sldMk cId="2323948679" sldId="267"/>
            <ac:cxnSpMk id="167" creationId="{2DC9D67D-17BF-11BB-A50A-4392AD64A926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168" creationId="{C1973F9E-AAE4-697B-DF90-C9A2915F24C9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170" creationId="{8D5446F1-DB79-8429-BD93-4207003ECFE4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4" creationId="{C32DCF63-CA83-D768-3694-B34A6E77734B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5" creationId="{689D645B-46AE-C672-7110-0A180E1AF328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6" creationId="{158F3252-A289-B7BA-52AC-D53EFEA4E9E5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7" creationId="{27D47551-E2FE-F9D5-268A-C4C860F2D4B2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8" creationId="{D621BE75-7482-39B4-526A-AA49ABBD4610}"/>
          </ac:cxnSpMkLst>
        </pc:cxnChg>
        <pc:cxnChg chg="add mod">
          <ac:chgData name="Antonio Ventimiglia" userId="03aeda83-a99b-4171-85e0-a45cfa8724cf" providerId="ADAL" clId="{EAEAD219-5304-447D-B2A9-A546B653A120}" dt="2025-11-29T01:26:13.306" v="3144" actId="1076"/>
          <ac:cxnSpMkLst>
            <pc:docMk/>
            <pc:sldMk cId="2323948679" sldId="267"/>
            <ac:cxnSpMk id="179" creationId="{BD5C8EBB-4851-F6BB-5587-B919DA57115A}"/>
          </ac:cxnSpMkLst>
        </pc:cxnChg>
        <pc:cxnChg chg="mod">
          <ac:chgData name="Antonio Ventimiglia" userId="03aeda83-a99b-4171-85e0-a45cfa8724cf" providerId="ADAL" clId="{EAEAD219-5304-447D-B2A9-A546B653A120}" dt="2025-11-29T01:22:20.706" v="3054" actId="1036"/>
          <ac:cxnSpMkLst>
            <pc:docMk/>
            <pc:sldMk cId="2323948679" sldId="267"/>
            <ac:cxnSpMk id="185" creationId="{6126CCA9-E93C-29BF-8E3C-4379285BC39B}"/>
          </ac:cxnSpMkLst>
        </pc:cxnChg>
        <pc:cxnChg chg="add mod">
          <ac:chgData name="Antonio Ventimiglia" userId="03aeda83-a99b-4171-85e0-a45cfa8724cf" providerId="ADAL" clId="{EAEAD219-5304-447D-B2A9-A546B653A120}" dt="2025-11-29T08:53:37.463" v="3233" actId="14100"/>
          <ac:cxnSpMkLst>
            <pc:docMk/>
            <pc:sldMk cId="2323948679" sldId="267"/>
            <ac:cxnSpMk id="191" creationId="{6D77C20E-4557-01E1-6ADF-F360B8E7DD9D}"/>
          </ac:cxnSpMkLst>
        </pc:cxnChg>
        <pc:cxnChg chg="mod">
          <ac:chgData name="Antonio Ventimiglia" userId="03aeda83-a99b-4171-85e0-a45cfa8724cf" providerId="ADAL" clId="{EAEAD219-5304-447D-B2A9-A546B653A120}" dt="2025-11-29T01:29:11.045" v="3218" actId="1076"/>
          <ac:cxnSpMkLst>
            <pc:docMk/>
            <pc:sldMk cId="2323948679" sldId="267"/>
            <ac:cxnSpMk id="216" creationId="{A8D8BACE-284F-292C-2910-B7A99F6398FA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224" creationId="{BFDA4C6F-E0A6-F40D-05FE-68AFEF3B02F5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226" creationId="{31FAF96E-D986-FA7A-9325-A6A42744CEE8}"/>
          </ac:cxnSpMkLst>
        </pc:cxnChg>
        <pc:cxnChg chg="mod">
          <ac:chgData name="Antonio Ventimiglia" userId="03aeda83-a99b-4171-85e0-a45cfa8724cf" providerId="ADAL" clId="{EAEAD219-5304-447D-B2A9-A546B653A120}" dt="2025-11-29T01:29:45.359" v="3220" actId="1582"/>
          <ac:cxnSpMkLst>
            <pc:docMk/>
            <pc:sldMk cId="2323948679" sldId="267"/>
            <ac:cxnSpMk id="228" creationId="{933A0A1F-8D39-E4BA-C238-7F93D7CFE7C8}"/>
          </ac:cxnSpMkLst>
        </pc:cxnChg>
        <pc:cxnChg chg="mod">
          <ac:chgData name="Antonio Ventimiglia" userId="03aeda83-a99b-4171-85e0-a45cfa8724cf" providerId="ADAL" clId="{EAEAD219-5304-447D-B2A9-A546B653A120}" dt="2025-11-29T09:24:34.142" v="3273" actId="14100"/>
          <ac:cxnSpMkLst>
            <pc:docMk/>
            <pc:sldMk cId="2323948679" sldId="267"/>
            <ac:cxnSpMk id="232" creationId="{8DB7E384-37C2-F2D2-E2B4-1002B9CA0477}"/>
          </ac:cxnSpMkLst>
        </pc:cxnChg>
      </pc:sldChg>
      <pc:sldChg chg="addSp delSp modSp add mod">
        <pc:chgData name="Antonio Ventimiglia" userId="03aeda83-a99b-4171-85e0-a45cfa8724cf" providerId="ADAL" clId="{EAEAD219-5304-447D-B2A9-A546B653A120}" dt="2025-11-29T00:22:38.170" v="1921" actId="14100"/>
        <pc:sldMkLst>
          <pc:docMk/>
          <pc:sldMk cId="3629202182" sldId="268"/>
        </pc:sldMkLst>
        <pc:spChg chg="mod">
          <ac:chgData name="Antonio Ventimiglia" userId="03aeda83-a99b-4171-85e0-a45cfa8724cf" providerId="ADAL" clId="{EAEAD219-5304-447D-B2A9-A546B653A120}" dt="2025-11-29T00:12:49.790" v="1661" actId="20577"/>
          <ac:spMkLst>
            <pc:docMk/>
            <pc:sldMk cId="3629202182" sldId="268"/>
            <ac:spMk id="4" creationId="{B975DDE3-D454-F9D0-7132-A027BB5AA45C}"/>
          </ac:spMkLst>
        </pc:spChg>
        <pc:spChg chg="mod">
          <ac:chgData name="Antonio Ventimiglia" userId="03aeda83-a99b-4171-85e0-a45cfa8724cf" providerId="ADAL" clId="{EAEAD219-5304-447D-B2A9-A546B653A120}" dt="2025-11-29T00:22:31.388" v="1919" actId="20577"/>
          <ac:spMkLst>
            <pc:docMk/>
            <pc:sldMk cId="3629202182" sldId="268"/>
            <ac:spMk id="9" creationId="{E10EDB6C-27DF-94A3-6D76-607DD100C812}"/>
          </ac:spMkLst>
        </pc:spChg>
        <pc:spChg chg="add del mod">
          <ac:chgData name="Antonio Ventimiglia" userId="03aeda83-a99b-4171-85e0-a45cfa8724cf" providerId="ADAL" clId="{EAEAD219-5304-447D-B2A9-A546B653A120}" dt="2025-11-29T00:22:33.789" v="1920" actId="478"/>
          <ac:spMkLst>
            <pc:docMk/>
            <pc:sldMk cId="3629202182" sldId="268"/>
            <ac:spMk id="17" creationId="{FFA6055F-29EF-F9A5-0366-98D1AE24CB2C}"/>
          </ac:spMkLst>
        </pc:spChg>
        <pc:grpChg chg="mod">
          <ac:chgData name="Antonio Ventimiglia" userId="03aeda83-a99b-4171-85e0-a45cfa8724cf" providerId="ADAL" clId="{EAEAD219-5304-447D-B2A9-A546B653A120}" dt="2025-11-29T00:18:16.448" v="1792" actId="14100"/>
          <ac:grpSpMkLst>
            <pc:docMk/>
            <pc:sldMk cId="3629202182" sldId="268"/>
            <ac:grpSpMk id="5" creationId="{CD271934-B7AB-0326-5A0E-45619C2A9A0A}"/>
          </ac:grpSpMkLst>
        </pc:grpChg>
        <pc:cxnChg chg="mod">
          <ac:chgData name="Antonio Ventimiglia" userId="03aeda83-a99b-4171-85e0-a45cfa8724cf" providerId="ADAL" clId="{EAEAD219-5304-447D-B2A9-A546B653A120}" dt="2025-11-29T00:18:29.052" v="1793" actId="14100"/>
          <ac:cxnSpMkLst>
            <pc:docMk/>
            <pc:sldMk cId="3629202182" sldId="268"/>
            <ac:cxnSpMk id="8" creationId="{A7097240-4BE5-CF8D-8CCB-8A02115C534C}"/>
          </ac:cxnSpMkLst>
        </pc:cxnChg>
        <pc:cxnChg chg="mod">
          <ac:chgData name="Antonio Ventimiglia" userId="03aeda83-a99b-4171-85e0-a45cfa8724cf" providerId="ADAL" clId="{EAEAD219-5304-447D-B2A9-A546B653A120}" dt="2025-11-29T00:22:38.170" v="1921" actId="14100"/>
          <ac:cxnSpMkLst>
            <pc:docMk/>
            <pc:sldMk cId="3629202182" sldId="268"/>
            <ac:cxnSpMk id="86" creationId="{CF56264C-CA94-AF1E-8937-EE58BCF18D6F}"/>
          </ac:cxnSpMkLst>
        </pc:cxnChg>
      </pc:sldChg>
      <pc:sldChg chg="addSp delSp modSp add mod ord">
        <pc:chgData name="Antonio Ventimiglia" userId="03aeda83-a99b-4171-85e0-a45cfa8724cf" providerId="ADAL" clId="{EAEAD219-5304-447D-B2A9-A546B653A120}" dt="2025-11-29T00:51:35" v="2534" actId="1038"/>
        <pc:sldMkLst>
          <pc:docMk/>
          <pc:sldMk cId="1920454661" sldId="269"/>
        </pc:sldMkLst>
        <pc:spChg chg="mod">
          <ac:chgData name="Antonio Ventimiglia" userId="03aeda83-a99b-4171-85e0-a45cfa8724cf" providerId="ADAL" clId="{EAEAD219-5304-447D-B2A9-A546B653A120}" dt="2025-11-29T00:30:18.175" v="1949" actId="20577"/>
          <ac:spMkLst>
            <pc:docMk/>
            <pc:sldMk cId="1920454661" sldId="269"/>
            <ac:spMk id="4" creationId="{75D65935-29F7-F169-FEE3-368EAACB8D9F}"/>
          </ac:spMkLst>
        </pc:spChg>
        <pc:spChg chg="add mod">
          <ac:chgData name="Antonio Ventimiglia" userId="03aeda83-a99b-4171-85e0-a45cfa8724cf" providerId="ADAL" clId="{EAEAD219-5304-447D-B2A9-A546B653A120}" dt="2025-11-29T00:40:34.083" v="2311" actId="1038"/>
          <ac:spMkLst>
            <pc:docMk/>
            <pc:sldMk cId="1920454661" sldId="269"/>
            <ac:spMk id="7" creationId="{D558F94A-A920-6269-6C7D-D24346847D35}"/>
          </ac:spMkLst>
        </pc:spChg>
        <pc:spChg chg="mod">
          <ac:chgData name="Antonio Ventimiglia" userId="03aeda83-a99b-4171-85e0-a45cfa8724cf" providerId="ADAL" clId="{EAEAD219-5304-447D-B2A9-A546B653A120}" dt="2025-11-29T00:31:05.152" v="1963" actId="20577"/>
          <ac:spMkLst>
            <pc:docMk/>
            <pc:sldMk cId="1920454661" sldId="269"/>
            <ac:spMk id="9" creationId="{EEA7C8D4-5D6B-0D06-AA59-AD080365FEB3}"/>
          </ac:spMkLst>
        </pc:spChg>
        <pc:spChg chg="add mod">
          <ac:chgData name="Antonio Ventimiglia" userId="03aeda83-a99b-4171-85e0-a45cfa8724cf" providerId="ADAL" clId="{EAEAD219-5304-447D-B2A9-A546B653A120}" dt="2025-11-29T00:38:16.651" v="2234" actId="20577"/>
          <ac:spMkLst>
            <pc:docMk/>
            <pc:sldMk cId="1920454661" sldId="269"/>
            <ac:spMk id="13" creationId="{E2ADED36-A55B-2904-74D9-9A0099FA70D5}"/>
          </ac:spMkLst>
        </pc:spChg>
        <pc:spChg chg="add mod">
          <ac:chgData name="Antonio Ventimiglia" userId="03aeda83-a99b-4171-85e0-a45cfa8724cf" providerId="ADAL" clId="{EAEAD219-5304-447D-B2A9-A546B653A120}" dt="2025-11-29T00:36:09.742" v="2189" actId="1076"/>
          <ac:spMkLst>
            <pc:docMk/>
            <pc:sldMk cId="1920454661" sldId="269"/>
            <ac:spMk id="18" creationId="{B2371AE1-09ED-1D30-2698-861505C299D1}"/>
          </ac:spMkLst>
        </pc:spChg>
        <pc:spChg chg="add mod">
          <ac:chgData name="Antonio Ventimiglia" userId="03aeda83-a99b-4171-85e0-a45cfa8724cf" providerId="ADAL" clId="{EAEAD219-5304-447D-B2A9-A546B653A120}" dt="2025-11-29T00:37:24.843" v="2207" actId="1035"/>
          <ac:spMkLst>
            <pc:docMk/>
            <pc:sldMk cId="1920454661" sldId="269"/>
            <ac:spMk id="19" creationId="{64B3412C-9128-4544-85B2-FC92334E1B22}"/>
          </ac:spMkLst>
        </pc:spChg>
        <pc:spChg chg="add mod">
          <ac:chgData name="Antonio Ventimiglia" userId="03aeda83-a99b-4171-85e0-a45cfa8724cf" providerId="ADAL" clId="{EAEAD219-5304-447D-B2A9-A546B653A120}" dt="2025-11-29T00:48:54.529" v="2442" actId="1076"/>
          <ac:spMkLst>
            <pc:docMk/>
            <pc:sldMk cId="1920454661" sldId="269"/>
            <ac:spMk id="20" creationId="{D6BC7CB2-CDF1-3F85-2200-1BD5BB25DBDC}"/>
          </ac:spMkLst>
        </pc:spChg>
        <pc:spChg chg="add mod">
          <ac:chgData name="Antonio Ventimiglia" userId="03aeda83-a99b-4171-85e0-a45cfa8724cf" providerId="ADAL" clId="{EAEAD219-5304-447D-B2A9-A546B653A120}" dt="2025-11-29T00:37:53.027" v="2217" actId="20577"/>
          <ac:spMkLst>
            <pc:docMk/>
            <pc:sldMk cId="1920454661" sldId="269"/>
            <ac:spMk id="31" creationId="{F5E371FD-A788-A88B-B556-5C5E6CBB7D4C}"/>
          </ac:spMkLst>
        </pc:spChg>
        <pc:spChg chg="add mod">
          <ac:chgData name="Antonio Ventimiglia" userId="03aeda83-a99b-4171-85e0-a45cfa8724cf" providerId="ADAL" clId="{EAEAD219-5304-447D-B2A9-A546B653A120}" dt="2025-11-29T00:37:59.178" v="2221" actId="20577"/>
          <ac:spMkLst>
            <pc:docMk/>
            <pc:sldMk cId="1920454661" sldId="269"/>
            <ac:spMk id="32" creationId="{B5226E54-E6DF-75F0-8A62-C05489AB3B7C}"/>
          </ac:spMkLst>
        </pc:spChg>
        <pc:spChg chg="add mod">
          <ac:chgData name="Antonio Ventimiglia" userId="03aeda83-a99b-4171-85e0-a45cfa8724cf" providerId="ADAL" clId="{EAEAD219-5304-447D-B2A9-A546B653A120}" dt="2025-11-29T00:38:03.259" v="2222" actId="1076"/>
          <ac:spMkLst>
            <pc:docMk/>
            <pc:sldMk cId="1920454661" sldId="269"/>
            <ac:spMk id="33" creationId="{F683F41B-2A83-9D93-FC23-56999E311C2E}"/>
          </ac:spMkLst>
        </pc:spChg>
        <pc:spChg chg="add mod">
          <ac:chgData name="Antonio Ventimiglia" userId="03aeda83-a99b-4171-85e0-a45cfa8724cf" providerId="ADAL" clId="{EAEAD219-5304-447D-B2A9-A546B653A120}" dt="2025-11-29T00:40:34.083" v="2311" actId="1038"/>
          <ac:spMkLst>
            <pc:docMk/>
            <pc:sldMk cId="1920454661" sldId="269"/>
            <ac:spMk id="35" creationId="{8E229E21-C971-E0AF-EC89-9859DAE39596}"/>
          </ac:spMkLst>
        </pc:spChg>
        <pc:spChg chg="add mod">
          <ac:chgData name="Antonio Ventimiglia" userId="03aeda83-a99b-4171-85e0-a45cfa8724cf" providerId="ADAL" clId="{EAEAD219-5304-447D-B2A9-A546B653A120}" dt="2025-11-29T00:40:45.813" v="2315" actId="1076"/>
          <ac:spMkLst>
            <pc:docMk/>
            <pc:sldMk cId="1920454661" sldId="269"/>
            <ac:spMk id="43" creationId="{918C2806-716C-1DF0-EE0E-DE93C7C9828F}"/>
          </ac:spMkLst>
        </pc:spChg>
        <pc:spChg chg="add mod">
          <ac:chgData name="Antonio Ventimiglia" userId="03aeda83-a99b-4171-85e0-a45cfa8724cf" providerId="ADAL" clId="{EAEAD219-5304-447D-B2A9-A546B653A120}" dt="2025-11-29T00:43:53.160" v="2359" actId="113"/>
          <ac:spMkLst>
            <pc:docMk/>
            <pc:sldMk cId="1920454661" sldId="269"/>
            <ac:spMk id="53" creationId="{AF82D048-2C8E-89E8-083F-25E102C7FD2D}"/>
          </ac:spMkLst>
        </pc:spChg>
        <pc:spChg chg="add mod">
          <ac:chgData name="Antonio Ventimiglia" userId="03aeda83-a99b-4171-85e0-a45cfa8724cf" providerId="ADAL" clId="{EAEAD219-5304-447D-B2A9-A546B653A120}" dt="2025-11-29T00:47:44.090" v="2416" actId="1037"/>
          <ac:spMkLst>
            <pc:docMk/>
            <pc:sldMk cId="1920454661" sldId="269"/>
            <ac:spMk id="67" creationId="{958C66EE-F9D4-2947-AAC8-EDDFCB1B3DD5}"/>
          </ac:spMkLst>
        </pc:spChg>
        <pc:spChg chg="add mod">
          <ac:chgData name="Antonio Ventimiglia" userId="03aeda83-a99b-4171-85e0-a45cfa8724cf" providerId="ADAL" clId="{EAEAD219-5304-447D-B2A9-A546B653A120}" dt="2025-11-29T00:48:08.706" v="2431" actId="1076"/>
          <ac:spMkLst>
            <pc:docMk/>
            <pc:sldMk cId="1920454661" sldId="269"/>
            <ac:spMk id="71" creationId="{83000B55-035C-2AF1-69DE-9F6891BD1C21}"/>
          </ac:spMkLst>
        </pc:spChg>
        <pc:spChg chg="add mod">
          <ac:chgData name="Antonio Ventimiglia" userId="03aeda83-a99b-4171-85e0-a45cfa8724cf" providerId="ADAL" clId="{EAEAD219-5304-447D-B2A9-A546B653A120}" dt="2025-11-29T00:48:08.706" v="2431" actId="1076"/>
          <ac:spMkLst>
            <pc:docMk/>
            <pc:sldMk cId="1920454661" sldId="269"/>
            <ac:spMk id="72" creationId="{4662512A-64F5-1D38-DB82-1F5836E73CF4}"/>
          </ac:spMkLst>
        </pc:spChg>
        <pc:spChg chg="add mod">
          <ac:chgData name="Antonio Ventimiglia" userId="03aeda83-a99b-4171-85e0-a45cfa8724cf" providerId="ADAL" clId="{EAEAD219-5304-447D-B2A9-A546B653A120}" dt="2025-11-29T00:51:35" v="2534" actId="1038"/>
          <ac:spMkLst>
            <pc:docMk/>
            <pc:sldMk cId="1920454661" sldId="269"/>
            <ac:spMk id="77" creationId="{2E7EF030-8F5B-B683-D3D6-CDDC8F77B162}"/>
          </ac:spMkLst>
        </pc:spChg>
        <pc:spChg chg="add mod">
          <ac:chgData name="Antonio Ventimiglia" userId="03aeda83-a99b-4171-85e0-a45cfa8724cf" providerId="ADAL" clId="{EAEAD219-5304-447D-B2A9-A546B653A120}" dt="2025-11-29T00:49:33.901" v="2462" actId="1038"/>
          <ac:spMkLst>
            <pc:docMk/>
            <pc:sldMk cId="1920454661" sldId="269"/>
            <ac:spMk id="80" creationId="{31549401-5661-7397-3C17-F9C5899A5202}"/>
          </ac:spMkLst>
        </pc:spChg>
        <pc:spChg chg="add mod">
          <ac:chgData name="Antonio Ventimiglia" userId="03aeda83-a99b-4171-85e0-a45cfa8724cf" providerId="ADAL" clId="{EAEAD219-5304-447D-B2A9-A546B653A120}" dt="2025-11-29T00:49:39.677" v="2464" actId="20577"/>
          <ac:spMkLst>
            <pc:docMk/>
            <pc:sldMk cId="1920454661" sldId="269"/>
            <ac:spMk id="81" creationId="{6716A9D7-66DB-C3D3-7C5C-5C60104B3C7E}"/>
          </ac:spMkLst>
        </pc:spChg>
        <pc:grpChg chg="mod">
          <ac:chgData name="Antonio Ventimiglia" userId="03aeda83-a99b-4171-85e0-a45cfa8724cf" providerId="ADAL" clId="{EAEAD219-5304-447D-B2A9-A546B653A120}" dt="2025-11-29T00:36:09.742" v="2189" actId="1076"/>
          <ac:grpSpMkLst>
            <pc:docMk/>
            <pc:sldMk cId="1920454661" sldId="269"/>
            <ac:grpSpMk id="5" creationId="{7BC9809B-093D-F6F1-8485-407420797BBC}"/>
          </ac:grpSpMkLst>
        </pc:grpChg>
        <pc:cxnChg chg="add del mod">
          <ac:chgData name="Antonio Ventimiglia" userId="03aeda83-a99b-4171-85e0-a45cfa8724cf" providerId="ADAL" clId="{EAEAD219-5304-447D-B2A9-A546B653A120}" dt="2025-11-29T00:31:48.840" v="1974" actId="478"/>
          <ac:cxnSpMkLst>
            <pc:docMk/>
            <pc:sldMk cId="1920454661" sldId="269"/>
            <ac:cxnSpMk id="10" creationId="{FFB09316-21FA-544A-5DE4-C740AA9A3FDE}"/>
          </ac:cxnSpMkLst>
        </pc:cxnChg>
        <pc:cxnChg chg="add mod">
          <ac:chgData name="Antonio Ventimiglia" userId="03aeda83-a99b-4171-85e0-a45cfa8724cf" providerId="ADAL" clId="{EAEAD219-5304-447D-B2A9-A546B653A120}" dt="2025-11-29T00:36:09.742" v="2189" actId="1076"/>
          <ac:cxnSpMkLst>
            <pc:docMk/>
            <pc:sldMk cId="1920454661" sldId="269"/>
            <ac:cxnSpMk id="15" creationId="{7150A473-53EC-69E9-F473-8CBF57F423F5}"/>
          </ac:cxnSpMkLst>
        </pc:cxnChg>
        <pc:cxnChg chg="add mod">
          <ac:chgData name="Antonio Ventimiglia" userId="03aeda83-a99b-4171-85e0-a45cfa8724cf" providerId="ADAL" clId="{EAEAD219-5304-447D-B2A9-A546B653A120}" dt="2025-11-29T00:40:34.083" v="2311" actId="1038"/>
          <ac:cxnSpMkLst>
            <pc:docMk/>
            <pc:sldMk cId="1920454661" sldId="269"/>
            <ac:cxnSpMk id="21" creationId="{78AF0FF9-8235-2F7C-DCB2-62700696B676}"/>
          </ac:cxnSpMkLst>
        </pc:cxnChg>
        <pc:cxnChg chg="add mod">
          <ac:chgData name="Antonio Ventimiglia" userId="03aeda83-a99b-4171-85e0-a45cfa8724cf" providerId="ADAL" clId="{EAEAD219-5304-447D-B2A9-A546B653A120}" dt="2025-11-29T00:37:24.843" v="2207" actId="1035"/>
          <ac:cxnSpMkLst>
            <pc:docMk/>
            <pc:sldMk cId="1920454661" sldId="269"/>
            <ac:cxnSpMk id="24" creationId="{EE5FEF86-B22F-41B5-95D6-017CB027B8C0}"/>
          </ac:cxnSpMkLst>
        </pc:cxnChg>
        <pc:cxnChg chg="add mod">
          <ac:chgData name="Antonio Ventimiglia" userId="03aeda83-a99b-4171-85e0-a45cfa8724cf" providerId="ADAL" clId="{EAEAD219-5304-447D-B2A9-A546B653A120}" dt="2025-11-29T00:48:54.529" v="2442" actId="1076"/>
          <ac:cxnSpMkLst>
            <pc:docMk/>
            <pc:sldMk cId="1920454661" sldId="269"/>
            <ac:cxnSpMk id="27" creationId="{262BEA1E-5DDB-5A4B-F441-F90441F6E40E}"/>
          </ac:cxnSpMkLst>
        </pc:cxnChg>
        <pc:cxnChg chg="add mod">
          <ac:chgData name="Antonio Ventimiglia" userId="03aeda83-a99b-4171-85e0-a45cfa8724cf" providerId="ADAL" clId="{EAEAD219-5304-447D-B2A9-A546B653A120}" dt="2025-11-29T00:40:34.083" v="2311" actId="1038"/>
          <ac:cxnSpMkLst>
            <pc:docMk/>
            <pc:sldMk cId="1920454661" sldId="269"/>
            <ac:cxnSpMk id="36" creationId="{14255C83-0FE0-C1B1-36B0-DD079E54BA12}"/>
          </ac:cxnSpMkLst>
        </pc:cxnChg>
        <pc:cxnChg chg="add mod">
          <ac:chgData name="Antonio Ventimiglia" userId="03aeda83-a99b-4171-85e0-a45cfa8724cf" providerId="ADAL" clId="{EAEAD219-5304-447D-B2A9-A546B653A120}" dt="2025-11-29T00:40:47.310" v="2316" actId="14100"/>
          <ac:cxnSpMkLst>
            <pc:docMk/>
            <pc:sldMk cId="1920454661" sldId="269"/>
            <ac:cxnSpMk id="39" creationId="{D05B0350-07FF-4072-9663-A692F45EC284}"/>
          </ac:cxnSpMkLst>
        </pc:cxnChg>
        <pc:cxnChg chg="add del mod">
          <ac:chgData name="Antonio Ventimiglia" userId="03aeda83-a99b-4171-85e0-a45cfa8724cf" providerId="ADAL" clId="{EAEAD219-5304-447D-B2A9-A546B653A120}" dt="2025-11-29T00:43:08.129" v="2348" actId="478"/>
          <ac:cxnSpMkLst>
            <pc:docMk/>
            <pc:sldMk cId="1920454661" sldId="269"/>
            <ac:cxnSpMk id="44" creationId="{1364A897-9D80-3F4E-0959-8E7959823540}"/>
          </ac:cxnSpMkLst>
        </pc:cxnChg>
        <pc:cxnChg chg="add mod">
          <ac:chgData name="Antonio Ventimiglia" userId="03aeda83-a99b-4171-85e0-a45cfa8724cf" providerId="ADAL" clId="{EAEAD219-5304-447D-B2A9-A546B653A120}" dt="2025-11-29T00:42:39.384" v="2343" actId="14100"/>
          <ac:cxnSpMkLst>
            <pc:docMk/>
            <pc:sldMk cId="1920454661" sldId="269"/>
            <ac:cxnSpMk id="55" creationId="{D6960EF7-695E-E846-09F1-32D32C6DF050}"/>
          </ac:cxnSpMkLst>
        </pc:cxnChg>
        <pc:cxnChg chg="add mod">
          <ac:chgData name="Antonio Ventimiglia" userId="03aeda83-a99b-4171-85e0-a45cfa8724cf" providerId="ADAL" clId="{EAEAD219-5304-447D-B2A9-A546B653A120}" dt="2025-11-29T00:43:34.939" v="2356" actId="14100"/>
          <ac:cxnSpMkLst>
            <pc:docMk/>
            <pc:sldMk cId="1920454661" sldId="269"/>
            <ac:cxnSpMk id="60" creationId="{1504B1E8-2406-6468-216C-F363178EC3C6}"/>
          </ac:cxnSpMkLst>
        </pc:cxnChg>
        <pc:cxnChg chg="add mod">
          <ac:chgData name="Antonio Ventimiglia" userId="03aeda83-a99b-4171-85e0-a45cfa8724cf" providerId="ADAL" clId="{EAEAD219-5304-447D-B2A9-A546B653A120}" dt="2025-11-29T00:43:27.593" v="2354" actId="14100"/>
          <ac:cxnSpMkLst>
            <pc:docMk/>
            <pc:sldMk cId="1920454661" sldId="269"/>
            <ac:cxnSpMk id="62" creationId="{C0E0445E-22B2-FF2A-A021-725475B21EA9}"/>
          </ac:cxnSpMkLst>
        </pc:cxnChg>
        <pc:cxnChg chg="add mod">
          <ac:chgData name="Antonio Ventimiglia" userId="03aeda83-a99b-4171-85e0-a45cfa8724cf" providerId="ADAL" clId="{EAEAD219-5304-447D-B2A9-A546B653A120}" dt="2025-11-29T00:48:01.154" v="2430" actId="1038"/>
          <ac:cxnSpMkLst>
            <pc:docMk/>
            <pc:sldMk cId="1920454661" sldId="269"/>
            <ac:cxnSpMk id="68" creationId="{A58782CF-E8D9-0679-22A0-744AD9AC7E8B}"/>
          </ac:cxnSpMkLst>
        </pc:cxnChg>
        <pc:cxnChg chg="add mod">
          <ac:chgData name="Antonio Ventimiglia" userId="03aeda83-a99b-4171-85e0-a45cfa8724cf" providerId="ADAL" clId="{EAEAD219-5304-447D-B2A9-A546B653A120}" dt="2025-11-29T00:48:01.154" v="2430" actId="1038"/>
          <ac:cxnSpMkLst>
            <pc:docMk/>
            <pc:sldMk cId="1920454661" sldId="269"/>
            <ac:cxnSpMk id="70" creationId="{F7349663-9604-4E3A-6443-77469441B638}"/>
          </ac:cxnSpMkLst>
        </pc:cxnChg>
        <pc:cxnChg chg="add mod">
          <ac:chgData name="Antonio Ventimiglia" userId="03aeda83-a99b-4171-85e0-a45cfa8724cf" providerId="ADAL" clId="{EAEAD219-5304-447D-B2A9-A546B653A120}" dt="2025-11-29T00:47:44.090" v="2416" actId="1037"/>
          <ac:cxnSpMkLst>
            <pc:docMk/>
            <pc:sldMk cId="1920454661" sldId="269"/>
            <ac:cxnSpMk id="73" creationId="{6B792014-3362-E438-EB76-D1DA891C529D}"/>
          </ac:cxnSpMkLst>
        </pc:cxnChg>
        <pc:cxnChg chg="add mod">
          <ac:chgData name="Antonio Ventimiglia" userId="03aeda83-a99b-4171-85e0-a45cfa8724cf" providerId="ADAL" clId="{EAEAD219-5304-447D-B2A9-A546B653A120}" dt="2025-11-29T00:49:33.901" v="2462" actId="1038"/>
          <ac:cxnSpMkLst>
            <pc:docMk/>
            <pc:sldMk cId="1920454661" sldId="269"/>
            <ac:cxnSpMk id="78" creationId="{43F969FD-F293-12AE-623E-888B11657B9E}"/>
          </ac:cxnSpMkLst>
        </pc:cxnChg>
        <pc:cxnChg chg="add mod">
          <ac:chgData name="Antonio Ventimiglia" userId="03aeda83-a99b-4171-85e0-a45cfa8724cf" providerId="ADAL" clId="{EAEAD219-5304-447D-B2A9-A546B653A120}" dt="2025-11-29T00:49:33.901" v="2462" actId="1038"/>
          <ac:cxnSpMkLst>
            <pc:docMk/>
            <pc:sldMk cId="1920454661" sldId="269"/>
            <ac:cxnSpMk id="79" creationId="{EFC1791C-8C49-84EA-A153-094DCD0F9563}"/>
          </ac:cxnSpMkLst>
        </pc:cxnChg>
        <pc:cxnChg chg="add mod">
          <ac:chgData name="Antonio Ventimiglia" userId="03aeda83-a99b-4171-85e0-a45cfa8724cf" providerId="ADAL" clId="{EAEAD219-5304-447D-B2A9-A546B653A120}" dt="2025-11-29T00:51:35" v="2534" actId="1038"/>
          <ac:cxnSpMkLst>
            <pc:docMk/>
            <pc:sldMk cId="1920454661" sldId="269"/>
            <ac:cxnSpMk id="82" creationId="{15C8474D-828C-5513-B9D0-E4BD115C317C}"/>
          </ac:cxnSpMkLst>
        </pc:cxnChg>
        <pc:cxnChg chg="mod">
          <ac:chgData name="Antonio Ventimiglia" userId="03aeda83-a99b-4171-85e0-a45cfa8724cf" providerId="ADAL" clId="{EAEAD219-5304-447D-B2A9-A546B653A120}" dt="2025-11-29T00:42:53.008" v="2344" actId="14100"/>
          <ac:cxnSpMkLst>
            <pc:docMk/>
            <pc:sldMk cId="1920454661" sldId="269"/>
            <ac:cxnSpMk id="86" creationId="{6E1292BF-4AF1-5ED6-0617-F6BBF5F9C35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13262-F556-814D-83B2-570707358F1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885950" y="1143000"/>
            <a:ext cx="30861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137AB9-9CDB-A94E-82C9-646EEB7A63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317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4CB9DD-AC9C-052B-E4DF-6AE3D2FDE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59D23-D11D-CDD2-21FD-6FC4E1AF55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264081-7225-58B4-0B69-960E7E999D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C550F-0790-8197-69FC-7739C47D21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7AB9-9CDB-A94E-82C9-646EEB7A63C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187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7AB9-9CDB-A94E-82C9-646EEB7A63C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0066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26FF5A-F1FD-60C3-2D43-FBDA749B9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AF89D1-F490-4CD9-9C8E-D2AAA64397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A378B5-BE42-8C60-8FB6-0163D26AE1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60A35B-104A-B17D-BD04-9BC9CC3B45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137AB9-9CDB-A94E-82C9-646EEB7A63CA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6887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2992968"/>
            <a:ext cx="15544800" cy="6366933"/>
          </a:xfrm>
        </p:spPr>
        <p:txBody>
          <a:bodyPr anchor="b"/>
          <a:lstStyle>
            <a:lvl1pPr algn="ctr"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9605435"/>
            <a:ext cx="13716000" cy="4415365"/>
          </a:xfrm>
        </p:spPr>
        <p:txBody>
          <a:bodyPr/>
          <a:lstStyle>
            <a:lvl1pPr marL="0" indent="0" algn="ctr">
              <a:buNone/>
              <a:defRPr sz="4800"/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4703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65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6" y="4559305"/>
            <a:ext cx="15773400" cy="7607299"/>
          </a:xfrm>
        </p:spPr>
        <p:txBody>
          <a:bodyPr anchor="b"/>
          <a:lstStyle>
            <a:lvl1pPr>
              <a:defRPr sz="1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6" y="12238572"/>
            <a:ext cx="15773400" cy="4000499"/>
          </a:xfrm>
        </p:spPr>
        <p:txBody>
          <a:bodyPr/>
          <a:lstStyle>
            <a:lvl1pPr marL="0" indent="0">
              <a:buNone/>
              <a:defRPr sz="4800">
                <a:solidFill>
                  <a:schemeClr val="tx1">
                    <a:tint val="82000"/>
                  </a:schemeClr>
                </a:solidFill>
              </a:defRPr>
            </a:lvl1pPr>
            <a:lvl2pPr marL="914400" indent="0">
              <a:buNone/>
              <a:defRPr sz="4000">
                <a:solidFill>
                  <a:schemeClr val="tx1">
                    <a:tint val="82000"/>
                  </a:schemeClr>
                </a:solidFill>
              </a:defRPr>
            </a:lvl2pPr>
            <a:lvl3pPr marL="182880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3pPr>
            <a:lvl4pPr marL="2743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4pPr>
            <a:lvl5pPr marL="36576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5pPr>
            <a:lvl6pPr marL="45720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6pPr>
            <a:lvl7pPr marL="54864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7pPr>
            <a:lvl8pPr marL="64008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8pPr>
            <a:lvl9pPr marL="731520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239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0" y="4868333"/>
            <a:ext cx="77724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103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973671"/>
            <a:ext cx="15773400" cy="353483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4483101"/>
            <a:ext cx="7736680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6680200"/>
            <a:ext cx="773668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1" y="4483101"/>
            <a:ext cx="7774782" cy="2197099"/>
          </a:xfrm>
        </p:spPr>
        <p:txBody>
          <a:bodyPr anchor="b"/>
          <a:lstStyle>
            <a:lvl1pPr marL="0" indent="0"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1" y="6680200"/>
            <a:ext cx="7774782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49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685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887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2633138"/>
            <a:ext cx="9258300" cy="12996333"/>
          </a:xfr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633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1219200"/>
            <a:ext cx="5898356" cy="4267200"/>
          </a:xfrm>
        </p:spPr>
        <p:txBody>
          <a:bodyPr anchor="b"/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774782" y="2633138"/>
            <a:ext cx="9258300" cy="12996333"/>
          </a:xfrm>
        </p:spPr>
        <p:txBody>
          <a:bodyPr anchor="t"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2" y="5486400"/>
            <a:ext cx="5898356" cy="10164235"/>
          </a:xfrm>
        </p:spPr>
        <p:txBody>
          <a:bodyPr/>
          <a:lstStyle>
            <a:lvl1pPr marL="0" indent="0">
              <a:buNone/>
              <a:defRPr sz="3200"/>
            </a:lvl1pPr>
            <a:lvl2pPr marL="914400" indent="0">
              <a:buNone/>
              <a:defRPr sz="2800"/>
            </a:lvl2pPr>
            <a:lvl3pPr marL="1828800" indent="0">
              <a:buNone/>
              <a:defRPr sz="2400"/>
            </a:lvl3pPr>
            <a:lvl4pPr marL="2743200" indent="0">
              <a:buNone/>
              <a:defRPr sz="2000"/>
            </a:lvl4pPr>
            <a:lvl5pPr marL="3657600" indent="0">
              <a:buNone/>
              <a:defRPr sz="2000"/>
            </a:lvl5pPr>
            <a:lvl6pPr marL="4572000" indent="0">
              <a:buNone/>
              <a:defRPr sz="2000"/>
            </a:lvl6pPr>
            <a:lvl7pPr marL="5486400" indent="0">
              <a:buNone/>
              <a:defRPr sz="2000"/>
            </a:lvl7pPr>
            <a:lvl8pPr marL="6400800" indent="0">
              <a:buNone/>
              <a:defRPr sz="2000"/>
            </a:lvl8pPr>
            <a:lvl9pPr marL="7315200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3323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3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087351" y="973667"/>
            <a:ext cx="3943350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1" y="973667"/>
            <a:ext cx="11601450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101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973671"/>
            <a:ext cx="1577340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4868333"/>
            <a:ext cx="1577340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250646-5F40-4735-B6A2-857B5536B6DB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16950271"/>
            <a:ext cx="61722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16950271"/>
            <a:ext cx="41148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68230A-16CC-43CA-8336-4791ED1131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366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11208-D82A-913A-E5B9-230225C12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4F257AA-7B78-8922-DF05-F6ED52A705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7905371"/>
              </p:ext>
            </p:extLst>
          </p:nvPr>
        </p:nvGraphicFramePr>
        <p:xfrm>
          <a:off x="1022414" y="1492812"/>
          <a:ext cx="3429000" cy="3722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6531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Input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3069649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∞</a:t>
                      </a:r>
                    </a:p>
                    <a:p>
                      <a:pPr>
                        <a:tabLst>
                          <a:tab pos="687388" algn="l"/>
                        </a:tabLst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Period: 	50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for user input to perform actions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5FC98780-1371-CC2D-B551-C2D26840B4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4189530"/>
              </p:ext>
            </p:extLst>
          </p:nvPr>
        </p:nvGraphicFramePr>
        <p:xfrm>
          <a:off x="8396380" y="1151083"/>
          <a:ext cx="3069851" cy="3851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851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4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7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3303014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9CF940B-D0B1-3054-BCD0-2B892079F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6978915"/>
              </p:ext>
            </p:extLst>
          </p:nvPr>
        </p:nvGraphicFramePr>
        <p:xfrm>
          <a:off x="8624980" y="1379683"/>
          <a:ext cx="3069851" cy="38516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9851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4720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Motor Controller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3303014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motor speed and updates encoders (will include closed loop motor 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D89950E-5271-37B7-2555-307D16824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1876033"/>
              </p:ext>
            </p:extLst>
          </p:nvPr>
        </p:nvGraphicFramePr>
        <p:xfrm>
          <a:off x="14592197" y="1853894"/>
          <a:ext cx="2823294" cy="3322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3294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4656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Transfer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773896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1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small amounts of data at a time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CAA2C6F1-B599-BBD6-24A3-A268F6ED15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1242146"/>
              </p:ext>
            </p:extLst>
          </p:nvPr>
        </p:nvGraphicFramePr>
        <p:xfrm>
          <a:off x="14139502" y="8723807"/>
          <a:ext cx="3429000" cy="3297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Garbage Collector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0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no other tasks are running collect garbage data for defragmentation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8F56B1FE-EBFD-BDFC-91F7-2C8A301A2883}"/>
              </a:ext>
            </a:extLst>
          </p:cNvPr>
          <p:cNvSpPr txBox="1"/>
          <p:nvPr/>
        </p:nvSpPr>
        <p:spPr>
          <a:xfrm>
            <a:off x="5739884" y="2027865"/>
            <a:ext cx="1521445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AECC409-20ED-D1A4-72D9-2DDA1FD26136}"/>
              </a:ext>
            </a:extLst>
          </p:cNvPr>
          <p:cNvSpPr txBox="1"/>
          <p:nvPr/>
        </p:nvSpPr>
        <p:spPr>
          <a:xfrm>
            <a:off x="5739883" y="3002140"/>
            <a:ext cx="152144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18E67E5-F486-1308-3E82-3ABC0F54BE57}"/>
              </a:ext>
            </a:extLst>
          </p:cNvPr>
          <p:cNvSpPr txBox="1"/>
          <p:nvPr/>
        </p:nvSpPr>
        <p:spPr>
          <a:xfrm>
            <a:off x="5739883" y="4033090"/>
            <a:ext cx="152144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83987A-1591-951B-3C5C-E9A28DB25CFE}"/>
              </a:ext>
            </a:extLst>
          </p:cNvPr>
          <p:cNvSpPr txBox="1"/>
          <p:nvPr/>
        </p:nvSpPr>
        <p:spPr>
          <a:xfrm>
            <a:off x="5733659" y="5066871"/>
            <a:ext cx="1514897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997C68F-6E66-0A74-3ED1-A0F722EC5477}"/>
              </a:ext>
            </a:extLst>
          </p:cNvPr>
          <p:cNvSpPr txBox="1"/>
          <p:nvPr/>
        </p:nvSpPr>
        <p:spPr>
          <a:xfrm>
            <a:off x="12356911" y="892189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46C0D71-D52F-35D4-7AF5-7A7C60587B6B}"/>
              </a:ext>
            </a:extLst>
          </p:cNvPr>
          <p:cNvSpPr txBox="1"/>
          <p:nvPr/>
        </p:nvSpPr>
        <p:spPr>
          <a:xfrm>
            <a:off x="12356911" y="1834394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D223C4F-CE28-E7DA-10C5-44878C835BBC}"/>
              </a:ext>
            </a:extLst>
          </p:cNvPr>
          <p:cNvSpPr txBox="1"/>
          <p:nvPr/>
        </p:nvSpPr>
        <p:spPr>
          <a:xfrm>
            <a:off x="12356911" y="2776599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DF1913F-FE59-C1A0-AB2D-B29C253E7F2E}"/>
              </a:ext>
            </a:extLst>
          </p:cNvPr>
          <p:cNvSpPr txBox="1"/>
          <p:nvPr/>
        </p:nvSpPr>
        <p:spPr>
          <a:xfrm>
            <a:off x="12356911" y="4660858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F269EEF-D579-021E-44E8-EEDE90E745D7}"/>
              </a:ext>
            </a:extLst>
          </p:cNvPr>
          <p:cNvCxnSpPr>
            <a:cxnSpLocks/>
          </p:cNvCxnSpPr>
          <p:nvPr/>
        </p:nvCxnSpPr>
        <p:spPr>
          <a:xfrm>
            <a:off x="11677721" y="3701159"/>
            <a:ext cx="455796" cy="0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B02E1484-E00C-DFF2-0D8E-3BD29B3BDF01}"/>
              </a:ext>
            </a:extLst>
          </p:cNvPr>
          <p:cNvSpPr txBox="1"/>
          <p:nvPr/>
        </p:nvSpPr>
        <p:spPr>
          <a:xfrm>
            <a:off x="12356911" y="5607599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13C0588-1CCE-011E-1EAB-1A304534FED5}"/>
              </a:ext>
            </a:extLst>
          </p:cNvPr>
          <p:cNvSpPr txBox="1"/>
          <p:nvPr/>
        </p:nvSpPr>
        <p:spPr>
          <a:xfrm>
            <a:off x="12356911" y="3718729"/>
            <a:ext cx="15560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892409-3CFA-D02C-F956-38EE1711178C}"/>
              </a:ext>
            </a:extLst>
          </p:cNvPr>
          <p:cNvSpPr txBox="1"/>
          <p:nvPr/>
        </p:nvSpPr>
        <p:spPr>
          <a:xfrm>
            <a:off x="5576021" y="6039871"/>
            <a:ext cx="184917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data_transfer_s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8E84D87-88CE-932E-EA68-80D421CE10FF}"/>
              </a:ext>
            </a:extLst>
          </p:cNvPr>
          <p:cNvCxnSpPr>
            <a:cxnSpLocks/>
          </p:cNvCxnSpPr>
          <p:nvPr/>
        </p:nvCxnSpPr>
        <p:spPr>
          <a:xfrm flipH="1">
            <a:off x="5145762" y="2376963"/>
            <a:ext cx="58789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A4782D34-6DB4-F494-F1E9-DB1B68BD37DC}"/>
              </a:ext>
            </a:extLst>
          </p:cNvPr>
          <p:cNvCxnSpPr>
            <a:cxnSpLocks/>
          </p:cNvCxnSpPr>
          <p:nvPr/>
        </p:nvCxnSpPr>
        <p:spPr>
          <a:xfrm flipV="1">
            <a:off x="15193086" y="5200278"/>
            <a:ext cx="0" cy="1365503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A9B92A2-5249-0D92-06A1-BF167F70B3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503259"/>
              </p:ext>
            </p:extLst>
          </p:nvPr>
        </p:nvGraphicFramePr>
        <p:xfrm>
          <a:off x="1035273" y="7815459"/>
          <a:ext cx="3429000" cy="51983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46941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Path Director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4649671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3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30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control algorithm that divides Romi’s actions into sequential segments, each defining distinct behavior and actions.</a:t>
                      </a: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9BF7247-184F-8B6F-7EEC-4876BABDDF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8117555"/>
              </p:ext>
            </p:extLst>
          </p:nvPr>
        </p:nvGraphicFramePr>
        <p:xfrm>
          <a:off x="9556633" y="8726902"/>
          <a:ext cx="3429000" cy="38771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48128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Observer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3328539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Discretized linear model of Romi’s state and input variables to best estimate the current position and orientation. 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sp>
        <p:nvSpPr>
          <p:cNvPr id="26" name="TextBox 25">
            <a:extLst>
              <a:ext uri="{FF2B5EF4-FFF2-40B4-BE49-F238E27FC236}">
                <a16:creationId xmlns:a16="http://schemas.microsoft.com/office/drawing/2014/main" id="{799D4E16-CA2C-77C7-9480-BA7936972DC4}"/>
              </a:ext>
            </a:extLst>
          </p:cNvPr>
          <p:cNvSpPr txBox="1"/>
          <p:nvPr/>
        </p:nvSpPr>
        <p:spPr>
          <a:xfrm>
            <a:off x="525513" y="6205133"/>
            <a:ext cx="1514891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cal_white_s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BFE3876-EF5C-6E03-3C0D-FA8B6BFD622C}"/>
              </a:ext>
            </a:extLst>
          </p:cNvPr>
          <p:cNvSpPr txBox="1"/>
          <p:nvPr/>
        </p:nvSpPr>
        <p:spPr>
          <a:xfrm>
            <a:off x="2135587" y="6201066"/>
            <a:ext cx="1514891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cal_black_s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3E7BAC3-2DFE-6E24-4914-22C9AB263FC2}"/>
              </a:ext>
            </a:extLst>
          </p:cNvPr>
          <p:cNvSpPr txBox="1"/>
          <p:nvPr/>
        </p:nvSpPr>
        <p:spPr>
          <a:xfrm>
            <a:off x="5709998" y="8161837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seg_start_s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3A788E7-3941-A2F6-261A-342D756EC5E3}"/>
              </a:ext>
            </a:extLst>
          </p:cNvPr>
          <p:cNvCxnSpPr>
            <a:cxnSpLocks/>
          </p:cNvCxnSpPr>
          <p:nvPr/>
        </p:nvCxnSpPr>
        <p:spPr>
          <a:xfrm flipV="1">
            <a:off x="5145762" y="2376963"/>
            <a:ext cx="0" cy="503521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36C8B32D-BD14-EEB3-721B-AA343520E80F}"/>
              </a:ext>
            </a:extLst>
          </p:cNvPr>
          <p:cNvSpPr txBox="1"/>
          <p:nvPr/>
        </p:nvSpPr>
        <p:spPr>
          <a:xfrm>
            <a:off x="5408302" y="704904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test_complete_s: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990B5D6-2BFC-BC52-1C54-AA05C462610D}"/>
              </a:ext>
            </a:extLst>
          </p:cNvPr>
          <p:cNvSpPr txBox="1"/>
          <p:nvPr/>
        </p:nvSpPr>
        <p:spPr>
          <a:xfrm>
            <a:off x="3771611" y="6210350"/>
            <a:ext cx="124914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set_seg_s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117" name="Straight Connector 116">
            <a:extLst>
              <a:ext uri="{FF2B5EF4-FFF2-40B4-BE49-F238E27FC236}">
                <a16:creationId xmlns:a16="http://schemas.microsoft.com/office/drawing/2014/main" id="{D7AB374D-8B5D-66D0-AAAF-931D2A3DE3D1}"/>
              </a:ext>
            </a:extLst>
          </p:cNvPr>
          <p:cNvCxnSpPr>
            <a:cxnSpLocks/>
          </p:cNvCxnSpPr>
          <p:nvPr/>
        </p:nvCxnSpPr>
        <p:spPr>
          <a:xfrm flipV="1">
            <a:off x="7711246" y="7118692"/>
            <a:ext cx="0" cy="35837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F319152C-787D-87D0-2259-0649EFEEE33D}"/>
              </a:ext>
            </a:extLst>
          </p:cNvPr>
          <p:cNvCxnSpPr>
            <a:cxnSpLocks/>
          </p:cNvCxnSpPr>
          <p:nvPr/>
        </p:nvCxnSpPr>
        <p:spPr>
          <a:xfrm flipV="1">
            <a:off x="7914728" y="2445603"/>
            <a:ext cx="0" cy="5045026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5" name="TextBox 124">
            <a:extLst>
              <a:ext uri="{FF2B5EF4-FFF2-40B4-BE49-F238E27FC236}">
                <a16:creationId xmlns:a16="http://schemas.microsoft.com/office/drawing/2014/main" id="{EE6A6D87-8459-8098-76A2-FB88F0980681}"/>
              </a:ext>
            </a:extLst>
          </p:cNvPr>
          <p:cNvSpPr txBox="1"/>
          <p:nvPr/>
        </p:nvSpPr>
        <p:spPr>
          <a:xfrm>
            <a:off x="5716473" y="9206348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obsd_lpos_s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67612940-411E-B01F-F518-ECB7CE1FCCCB}"/>
              </a:ext>
            </a:extLst>
          </p:cNvPr>
          <p:cNvSpPr txBox="1"/>
          <p:nvPr/>
        </p:nvSpPr>
        <p:spPr>
          <a:xfrm>
            <a:off x="5724327" y="10051618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obsd_rpos_s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9896E645-494F-F0DA-D127-D567EC8A8BF7}"/>
              </a:ext>
            </a:extLst>
          </p:cNvPr>
          <p:cNvSpPr txBox="1"/>
          <p:nvPr/>
        </p:nvSpPr>
        <p:spPr>
          <a:xfrm>
            <a:off x="5724327" y="10896888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obsd_cpos_s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290655C4-C291-5518-D835-191745A04960}"/>
              </a:ext>
            </a:extLst>
          </p:cNvPr>
          <p:cNvSpPr txBox="1"/>
          <p:nvPr/>
        </p:nvSpPr>
        <p:spPr>
          <a:xfrm>
            <a:off x="5724327" y="11745075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12D89BA-5A87-9D60-CF9B-ADD762A11466}"/>
              </a:ext>
            </a:extLst>
          </p:cNvPr>
          <p:cNvCxnSpPr>
            <a:cxnSpLocks/>
          </p:cNvCxnSpPr>
          <p:nvPr/>
        </p:nvCxnSpPr>
        <p:spPr>
          <a:xfrm flipV="1">
            <a:off x="4988726" y="9626318"/>
            <a:ext cx="12695" cy="5080282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C27FFD4D-8D10-F131-C06F-A374ED8D03BD}"/>
              </a:ext>
            </a:extLst>
          </p:cNvPr>
          <p:cNvCxnSpPr>
            <a:cxnSpLocks/>
          </p:cNvCxnSpPr>
          <p:nvPr/>
        </p:nvCxnSpPr>
        <p:spPr>
          <a:xfrm flipH="1">
            <a:off x="5145762" y="3347510"/>
            <a:ext cx="58789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9" name="Straight Connector 138">
            <a:extLst>
              <a:ext uri="{FF2B5EF4-FFF2-40B4-BE49-F238E27FC236}">
                <a16:creationId xmlns:a16="http://schemas.microsoft.com/office/drawing/2014/main" id="{D8F0B548-4BD0-44DE-16BE-1B57B65E4F23}"/>
              </a:ext>
            </a:extLst>
          </p:cNvPr>
          <p:cNvCxnSpPr>
            <a:cxnSpLocks/>
          </p:cNvCxnSpPr>
          <p:nvPr/>
        </p:nvCxnSpPr>
        <p:spPr>
          <a:xfrm flipH="1">
            <a:off x="5145762" y="4382226"/>
            <a:ext cx="58789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1B7D6ED6-8CEF-C044-9E8A-3CA1C88FB3CE}"/>
              </a:ext>
            </a:extLst>
          </p:cNvPr>
          <p:cNvCxnSpPr>
            <a:cxnSpLocks/>
          </p:cNvCxnSpPr>
          <p:nvPr/>
        </p:nvCxnSpPr>
        <p:spPr>
          <a:xfrm flipH="1">
            <a:off x="5145762" y="5424963"/>
            <a:ext cx="587896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AAB79899-0CD1-C9EB-F36B-C26517D0EBAF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193378" y="6401526"/>
            <a:ext cx="382643" cy="306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9C8AD4C7-9562-AE95-B0AE-31B8FCD80B39}"/>
              </a:ext>
            </a:extLst>
          </p:cNvPr>
          <p:cNvCxnSpPr>
            <a:cxnSpLocks/>
          </p:cNvCxnSpPr>
          <p:nvPr/>
        </p:nvCxnSpPr>
        <p:spPr>
          <a:xfrm flipH="1">
            <a:off x="5145762" y="7412178"/>
            <a:ext cx="262540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153BC534-45B6-51B4-980D-8B03C792E25F}"/>
              </a:ext>
            </a:extLst>
          </p:cNvPr>
          <p:cNvCxnSpPr>
            <a:cxnSpLocks/>
          </p:cNvCxnSpPr>
          <p:nvPr/>
        </p:nvCxnSpPr>
        <p:spPr>
          <a:xfrm flipH="1">
            <a:off x="5001421" y="9626318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5857DF33-76E6-C16B-301E-5299DEC1DC78}"/>
              </a:ext>
            </a:extLst>
          </p:cNvPr>
          <p:cNvCxnSpPr>
            <a:cxnSpLocks/>
          </p:cNvCxnSpPr>
          <p:nvPr/>
        </p:nvCxnSpPr>
        <p:spPr>
          <a:xfrm flipH="1">
            <a:off x="5007896" y="10440092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3F45D7B4-F0D5-A209-F47F-9C59801132A1}"/>
              </a:ext>
            </a:extLst>
          </p:cNvPr>
          <p:cNvCxnSpPr>
            <a:cxnSpLocks/>
          </p:cNvCxnSpPr>
          <p:nvPr/>
        </p:nvCxnSpPr>
        <p:spPr>
          <a:xfrm flipH="1">
            <a:off x="5022481" y="11294713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F9E9BAD7-0BB9-7A61-051D-9B2285F185F7}"/>
              </a:ext>
            </a:extLst>
          </p:cNvPr>
          <p:cNvCxnSpPr>
            <a:cxnSpLocks/>
          </p:cNvCxnSpPr>
          <p:nvPr/>
        </p:nvCxnSpPr>
        <p:spPr>
          <a:xfrm flipH="1">
            <a:off x="5028864" y="12103828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3B988041-C860-84A1-9AD7-5644787F36FF}"/>
              </a:ext>
            </a:extLst>
          </p:cNvPr>
          <p:cNvCxnSpPr>
            <a:cxnSpLocks/>
          </p:cNvCxnSpPr>
          <p:nvPr/>
        </p:nvCxnSpPr>
        <p:spPr>
          <a:xfrm flipH="1" flipV="1">
            <a:off x="8402763" y="9565675"/>
            <a:ext cx="4183" cy="502662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EE914DBD-2C1E-3619-1A3A-B433162A5AE8}"/>
              </a:ext>
            </a:extLst>
          </p:cNvPr>
          <p:cNvCxnSpPr>
            <a:cxnSpLocks/>
          </p:cNvCxnSpPr>
          <p:nvPr/>
        </p:nvCxnSpPr>
        <p:spPr>
          <a:xfrm flipH="1">
            <a:off x="7681328" y="9596125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2953ED4B-0803-5F75-1E21-4EDF821F0F0F}"/>
              </a:ext>
            </a:extLst>
          </p:cNvPr>
          <p:cNvCxnSpPr>
            <a:cxnSpLocks/>
          </p:cNvCxnSpPr>
          <p:nvPr/>
        </p:nvCxnSpPr>
        <p:spPr>
          <a:xfrm flipH="1">
            <a:off x="7687803" y="10409899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1BA5930-9AAA-F7A9-2EC1-717CA89EB3C4}"/>
              </a:ext>
            </a:extLst>
          </p:cNvPr>
          <p:cNvCxnSpPr>
            <a:cxnSpLocks/>
          </p:cNvCxnSpPr>
          <p:nvPr/>
        </p:nvCxnSpPr>
        <p:spPr>
          <a:xfrm flipH="1">
            <a:off x="7702388" y="11264520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7" name="Straight Connector 166">
            <a:extLst>
              <a:ext uri="{FF2B5EF4-FFF2-40B4-BE49-F238E27FC236}">
                <a16:creationId xmlns:a16="http://schemas.microsoft.com/office/drawing/2014/main" id="{2DC9D67D-17BF-11BB-A50A-4392AD64A926}"/>
              </a:ext>
            </a:extLst>
          </p:cNvPr>
          <p:cNvCxnSpPr>
            <a:cxnSpLocks/>
          </p:cNvCxnSpPr>
          <p:nvPr/>
        </p:nvCxnSpPr>
        <p:spPr>
          <a:xfrm flipH="1">
            <a:off x="7708771" y="12073635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C1973F9E-AAE4-697B-DF90-C9A2915F24C9}"/>
              </a:ext>
            </a:extLst>
          </p:cNvPr>
          <p:cNvCxnSpPr>
            <a:cxnSpLocks/>
          </p:cNvCxnSpPr>
          <p:nvPr/>
        </p:nvCxnSpPr>
        <p:spPr>
          <a:xfrm>
            <a:off x="4464273" y="10816831"/>
            <a:ext cx="524453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8D5446F1-DB79-8429-BD93-4207003ECFE4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4451414" y="8526552"/>
            <a:ext cx="1258584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904C2EC9-CDBE-359B-3F90-7770C6547C02}"/>
              </a:ext>
            </a:extLst>
          </p:cNvPr>
          <p:cNvCxnSpPr>
            <a:cxnSpLocks/>
          </p:cNvCxnSpPr>
          <p:nvPr/>
        </p:nvCxnSpPr>
        <p:spPr>
          <a:xfrm flipH="1">
            <a:off x="7281220" y="2445603"/>
            <a:ext cx="633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1" name="Straight Connector 180">
            <a:extLst>
              <a:ext uri="{FF2B5EF4-FFF2-40B4-BE49-F238E27FC236}">
                <a16:creationId xmlns:a16="http://schemas.microsoft.com/office/drawing/2014/main" id="{AD609913-9EEE-5F2A-8723-FCBE7FFD319D}"/>
              </a:ext>
            </a:extLst>
          </p:cNvPr>
          <p:cNvCxnSpPr>
            <a:cxnSpLocks/>
          </p:cNvCxnSpPr>
          <p:nvPr/>
        </p:nvCxnSpPr>
        <p:spPr>
          <a:xfrm flipH="1">
            <a:off x="7281220" y="3416150"/>
            <a:ext cx="633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2" name="Straight Connector 181">
            <a:extLst>
              <a:ext uri="{FF2B5EF4-FFF2-40B4-BE49-F238E27FC236}">
                <a16:creationId xmlns:a16="http://schemas.microsoft.com/office/drawing/2014/main" id="{1CDE6EE6-1551-0B77-F722-325BA85F7AAC}"/>
              </a:ext>
            </a:extLst>
          </p:cNvPr>
          <p:cNvCxnSpPr>
            <a:cxnSpLocks/>
          </p:cNvCxnSpPr>
          <p:nvPr/>
        </p:nvCxnSpPr>
        <p:spPr>
          <a:xfrm flipH="1">
            <a:off x="7281220" y="4450866"/>
            <a:ext cx="633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3" name="Straight Connector 182">
            <a:extLst>
              <a:ext uri="{FF2B5EF4-FFF2-40B4-BE49-F238E27FC236}">
                <a16:creationId xmlns:a16="http://schemas.microsoft.com/office/drawing/2014/main" id="{462502C1-3A3D-5B64-F4A6-AA16A3246F48}"/>
              </a:ext>
            </a:extLst>
          </p:cNvPr>
          <p:cNvCxnSpPr>
            <a:cxnSpLocks/>
          </p:cNvCxnSpPr>
          <p:nvPr/>
        </p:nvCxnSpPr>
        <p:spPr>
          <a:xfrm flipH="1">
            <a:off x="7281220" y="5493603"/>
            <a:ext cx="63350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4" name="Straight Connector 183">
            <a:extLst>
              <a:ext uri="{FF2B5EF4-FFF2-40B4-BE49-F238E27FC236}">
                <a16:creationId xmlns:a16="http://schemas.microsoft.com/office/drawing/2014/main" id="{06E5C9DD-5592-F436-5999-CE665FD3345B}"/>
              </a:ext>
            </a:extLst>
          </p:cNvPr>
          <p:cNvCxnSpPr>
            <a:cxnSpLocks/>
          </p:cNvCxnSpPr>
          <p:nvPr/>
        </p:nvCxnSpPr>
        <p:spPr>
          <a:xfrm flipH="1">
            <a:off x="7405553" y="6423369"/>
            <a:ext cx="50917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5" name="Straight Connector 184">
            <a:extLst>
              <a:ext uri="{FF2B5EF4-FFF2-40B4-BE49-F238E27FC236}">
                <a16:creationId xmlns:a16="http://schemas.microsoft.com/office/drawing/2014/main" id="{6126CCA9-E93C-29BF-8E3C-4379285BC39B}"/>
              </a:ext>
            </a:extLst>
          </p:cNvPr>
          <p:cNvCxnSpPr>
            <a:cxnSpLocks/>
          </p:cNvCxnSpPr>
          <p:nvPr/>
        </p:nvCxnSpPr>
        <p:spPr>
          <a:xfrm flipH="1">
            <a:off x="7600700" y="7490629"/>
            <a:ext cx="314028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A8D8BACE-284F-292C-2910-B7A99F6398FA}"/>
              </a:ext>
            </a:extLst>
          </p:cNvPr>
          <p:cNvCxnSpPr>
            <a:cxnSpLocks/>
          </p:cNvCxnSpPr>
          <p:nvPr/>
        </p:nvCxnSpPr>
        <p:spPr>
          <a:xfrm flipH="1">
            <a:off x="8878066" y="6582879"/>
            <a:ext cx="6315020" cy="16663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4" name="Straight Arrow Connector 223">
            <a:extLst>
              <a:ext uri="{FF2B5EF4-FFF2-40B4-BE49-F238E27FC236}">
                <a16:creationId xmlns:a16="http://schemas.microsoft.com/office/drawing/2014/main" id="{BFDA4C6F-E0A6-F40D-05FE-68AFEF3B02F5}"/>
              </a:ext>
            </a:extLst>
          </p:cNvPr>
          <p:cNvCxnSpPr>
            <a:cxnSpLocks/>
          </p:cNvCxnSpPr>
          <p:nvPr/>
        </p:nvCxnSpPr>
        <p:spPr>
          <a:xfrm>
            <a:off x="8458579" y="10844856"/>
            <a:ext cx="1098054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6" name="Straight Arrow Connector 225">
            <a:extLst>
              <a:ext uri="{FF2B5EF4-FFF2-40B4-BE49-F238E27FC236}">
                <a16:creationId xmlns:a16="http://schemas.microsoft.com/office/drawing/2014/main" id="{31FAF96E-D986-FA7A-9325-A6A42744CEE8}"/>
              </a:ext>
            </a:extLst>
          </p:cNvPr>
          <p:cNvCxnSpPr>
            <a:cxnSpLocks/>
          </p:cNvCxnSpPr>
          <p:nvPr/>
        </p:nvCxnSpPr>
        <p:spPr>
          <a:xfrm flipH="1">
            <a:off x="8402763" y="10844856"/>
            <a:ext cx="379040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Connector 227">
            <a:extLst>
              <a:ext uri="{FF2B5EF4-FFF2-40B4-BE49-F238E27FC236}">
                <a16:creationId xmlns:a16="http://schemas.microsoft.com/office/drawing/2014/main" id="{933A0A1F-8D39-E4BA-C238-7F93D7CFE7C8}"/>
              </a:ext>
            </a:extLst>
          </p:cNvPr>
          <p:cNvCxnSpPr>
            <a:cxnSpLocks/>
          </p:cNvCxnSpPr>
          <p:nvPr/>
        </p:nvCxnSpPr>
        <p:spPr>
          <a:xfrm flipH="1" flipV="1">
            <a:off x="7700661" y="8523017"/>
            <a:ext cx="1428099" cy="3535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2" name="Straight Arrow Connector 231">
            <a:extLst>
              <a:ext uri="{FF2B5EF4-FFF2-40B4-BE49-F238E27FC236}">
                <a16:creationId xmlns:a16="http://schemas.microsoft.com/office/drawing/2014/main" id="{8DB7E384-37C2-F2D2-E2B4-1002B9CA0477}"/>
              </a:ext>
            </a:extLst>
          </p:cNvPr>
          <p:cNvCxnSpPr>
            <a:cxnSpLocks/>
          </p:cNvCxnSpPr>
          <p:nvPr/>
        </p:nvCxnSpPr>
        <p:spPr>
          <a:xfrm flipV="1">
            <a:off x="8878066" y="5231337"/>
            <a:ext cx="0" cy="1887355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6F2653-5F47-E1F6-23D7-27FBE264CB68}"/>
              </a:ext>
            </a:extLst>
          </p:cNvPr>
          <p:cNvCxnSpPr>
            <a:cxnSpLocks/>
          </p:cNvCxnSpPr>
          <p:nvPr/>
        </p:nvCxnSpPr>
        <p:spPr>
          <a:xfrm>
            <a:off x="1290628" y="5940447"/>
            <a:ext cx="3101395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0D8B63C-F855-F37C-4B00-B31E9145DE0C}"/>
              </a:ext>
            </a:extLst>
          </p:cNvPr>
          <p:cNvCxnSpPr>
            <a:cxnSpLocks/>
          </p:cNvCxnSpPr>
          <p:nvPr/>
        </p:nvCxnSpPr>
        <p:spPr>
          <a:xfrm flipV="1">
            <a:off x="1290628" y="5940447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19F368-DE1D-5A50-D82C-009A53D45F42}"/>
              </a:ext>
            </a:extLst>
          </p:cNvPr>
          <p:cNvCxnSpPr>
            <a:cxnSpLocks/>
          </p:cNvCxnSpPr>
          <p:nvPr/>
        </p:nvCxnSpPr>
        <p:spPr>
          <a:xfrm flipV="1">
            <a:off x="2891384" y="5939607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EEF7F60-59EB-97F9-9268-D29813CD893A}"/>
              </a:ext>
            </a:extLst>
          </p:cNvPr>
          <p:cNvCxnSpPr>
            <a:cxnSpLocks/>
          </p:cNvCxnSpPr>
          <p:nvPr/>
        </p:nvCxnSpPr>
        <p:spPr>
          <a:xfrm flipV="1">
            <a:off x="4392023" y="5945136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B5E8C5A3-03A4-D032-E021-7F797DEDFDD0}"/>
              </a:ext>
            </a:extLst>
          </p:cNvPr>
          <p:cNvCxnSpPr>
            <a:cxnSpLocks/>
          </p:cNvCxnSpPr>
          <p:nvPr/>
        </p:nvCxnSpPr>
        <p:spPr>
          <a:xfrm>
            <a:off x="1290628" y="7133536"/>
            <a:ext cx="3101395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01D7E84-E0DE-1C81-C0C8-ADC48974B75A}"/>
              </a:ext>
            </a:extLst>
          </p:cNvPr>
          <p:cNvCxnSpPr>
            <a:cxnSpLocks/>
          </p:cNvCxnSpPr>
          <p:nvPr/>
        </p:nvCxnSpPr>
        <p:spPr>
          <a:xfrm flipV="1">
            <a:off x="1293086" y="6873757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963AE017-FED3-AF89-4EA4-2F3B3DB4BC63}"/>
              </a:ext>
            </a:extLst>
          </p:cNvPr>
          <p:cNvCxnSpPr>
            <a:cxnSpLocks/>
          </p:cNvCxnSpPr>
          <p:nvPr/>
        </p:nvCxnSpPr>
        <p:spPr>
          <a:xfrm flipV="1">
            <a:off x="2893842" y="6872917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D7A8A073-105F-05F8-3977-BB32358450CA}"/>
              </a:ext>
            </a:extLst>
          </p:cNvPr>
          <p:cNvCxnSpPr>
            <a:cxnSpLocks/>
          </p:cNvCxnSpPr>
          <p:nvPr/>
        </p:nvCxnSpPr>
        <p:spPr>
          <a:xfrm flipV="1">
            <a:off x="4394481" y="6878446"/>
            <a:ext cx="0" cy="260619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FE0AD6F3-A3E6-4073-82D8-EA4DF204A725}"/>
              </a:ext>
            </a:extLst>
          </p:cNvPr>
          <p:cNvCxnSpPr>
            <a:cxnSpLocks/>
          </p:cNvCxnSpPr>
          <p:nvPr/>
        </p:nvCxnSpPr>
        <p:spPr>
          <a:xfrm>
            <a:off x="2888280" y="5257685"/>
            <a:ext cx="0" cy="68192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A71B4EF-AC51-1F77-FD96-E311D9B44249}"/>
              </a:ext>
            </a:extLst>
          </p:cNvPr>
          <p:cNvCxnSpPr>
            <a:cxnSpLocks/>
          </p:cNvCxnSpPr>
          <p:nvPr/>
        </p:nvCxnSpPr>
        <p:spPr>
          <a:xfrm>
            <a:off x="2888280" y="7133536"/>
            <a:ext cx="0" cy="681922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60F11025-DD28-9D18-1A99-1AA092819809}"/>
              </a:ext>
            </a:extLst>
          </p:cNvPr>
          <p:cNvCxnSpPr>
            <a:cxnSpLocks/>
          </p:cNvCxnSpPr>
          <p:nvPr/>
        </p:nvCxnSpPr>
        <p:spPr>
          <a:xfrm>
            <a:off x="4464273" y="3066128"/>
            <a:ext cx="68148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09FF51D-5301-3FD7-475C-57C78B474DB9}"/>
              </a:ext>
            </a:extLst>
          </p:cNvPr>
          <p:cNvCxnSpPr>
            <a:cxnSpLocks/>
          </p:cNvCxnSpPr>
          <p:nvPr/>
        </p:nvCxnSpPr>
        <p:spPr>
          <a:xfrm>
            <a:off x="7926381" y="3030804"/>
            <a:ext cx="45288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23D88F17-D564-0C2B-8E6A-5793659531BE}"/>
              </a:ext>
            </a:extLst>
          </p:cNvPr>
          <p:cNvCxnSpPr>
            <a:cxnSpLocks/>
          </p:cNvCxnSpPr>
          <p:nvPr/>
        </p:nvCxnSpPr>
        <p:spPr>
          <a:xfrm>
            <a:off x="4717143" y="7297878"/>
            <a:ext cx="428619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560B88CC-901B-FBD8-B6B7-F609E9049342}"/>
              </a:ext>
            </a:extLst>
          </p:cNvPr>
          <p:cNvCxnSpPr>
            <a:cxnSpLocks/>
          </p:cNvCxnSpPr>
          <p:nvPr/>
        </p:nvCxnSpPr>
        <p:spPr>
          <a:xfrm flipV="1">
            <a:off x="7700661" y="6401526"/>
            <a:ext cx="0" cy="45421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11ED66BB-8B3D-E666-928E-DB21D5A7E968}"/>
              </a:ext>
            </a:extLst>
          </p:cNvPr>
          <p:cNvCxnSpPr>
            <a:cxnSpLocks/>
          </p:cNvCxnSpPr>
          <p:nvPr/>
        </p:nvCxnSpPr>
        <p:spPr>
          <a:xfrm flipH="1" flipV="1">
            <a:off x="7705678" y="6837930"/>
            <a:ext cx="1172388" cy="8878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2E34BC41-E097-5004-805F-5EBA5AC0A40A}"/>
              </a:ext>
            </a:extLst>
          </p:cNvPr>
          <p:cNvCxnSpPr>
            <a:cxnSpLocks/>
          </p:cNvCxnSpPr>
          <p:nvPr/>
        </p:nvCxnSpPr>
        <p:spPr>
          <a:xfrm flipH="1">
            <a:off x="7705100" y="7118692"/>
            <a:ext cx="1172966" cy="1484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7" name="Straight Connector 96">
            <a:extLst>
              <a:ext uri="{FF2B5EF4-FFF2-40B4-BE49-F238E27FC236}">
                <a16:creationId xmlns:a16="http://schemas.microsoft.com/office/drawing/2014/main" id="{9BABA28C-8455-0152-DC18-402661839F09}"/>
              </a:ext>
            </a:extLst>
          </p:cNvPr>
          <p:cNvCxnSpPr>
            <a:cxnSpLocks/>
          </p:cNvCxnSpPr>
          <p:nvPr/>
        </p:nvCxnSpPr>
        <p:spPr>
          <a:xfrm flipV="1">
            <a:off x="9133570" y="8324850"/>
            <a:ext cx="0" cy="198167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1" name="Straight Connector 100">
            <a:extLst>
              <a:ext uri="{FF2B5EF4-FFF2-40B4-BE49-F238E27FC236}">
                <a16:creationId xmlns:a16="http://schemas.microsoft.com/office/drawing/2014/main" id="{B91BE7D8-03EC-4E5D-5FC8-11A098A3C350}"/>
              </a:ext>
            </a:extLst>
          </p:cNvPr>
          <p:cNvCxnSpPr>
            <a:cxnSpLocks/>
          </p:cNvCxnSpPr>
          <p:nvPr/>
        </p:nvCxnSpPr>
        <p:spPr>
          <a:xfrm flipH="1">
            <a:off x="9128760" y="8302490"/>
            <a:ext cx="548640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5E783519-9DB5-14E3-81F5-D3F8E069A5B1}"/>
              </a:ext>
            </a:extLst>
          </p:cNvPr>
          <p:cNvCxnSpPr>
            <a:cxnSpLocks/>
          </p:cNvCxnSpPr>
          <p:nvPr/>
        </p:nvCxnSpPr>
        <p:spPr>
          <a:xfrm flipV="1">
            <a:off x="9675750" y="5215597"/>
            <a:ext cx="0" cy="3061628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AA1DC94-0672-1E05-B04B-4E34E475ACFB}"/>
              </a:ext>
            </a:extLst>
          </p:cNvPr>
          <p:cNvCxnSpPr>
            <a:cxnSpLocks/>
          </p:cNvCxnSpPr>
          <p:nvPr/>
        </p:nvCxnSpPr>
        <p:spPr>
          <a:xfrm flipH="1" flipV="1">
            <a:off x="12127316" y="1256904"/>
            <a:ext cx="6201" cy="4724090"/>
          </a:xfrm>
          <a:prstGeom prst="line">
            <a:avLst/>
          </a:prstGeom>
          <a:ln w="28575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D7378F2-56F3-BE19-5816-661316D8342F}"/>
              </a:ext>
            </a:extLst>
          </p:cNvPr>
          <p:cNvCxnSpPr>
            <a:cxnSpLocks/>
          </p:cNvCxnSpPr>
          <p:nvPr/>
        </p:nvCxnSpPr>
        <p:spPr>
          <a:xfrm flipH="1" flipV="1">
            <a:off x="14136401" y="1267700"/>
            <a:ext cx="6201" cy="4724090"/>
          </a:xfrm>
          <a:prstGeom prst="line">
            <a:avLst/>
          </a:prstGeom>
          <a:ln w="28575">
            <a:prstDash val="soli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157D5E5-78DC-631E-1EE6-260E1508EA6B}"/>
              </a:ext>
            </a:extLst>
          </p:cNvPr>
          <p:cNvCxnSpPr>
            <a:cxnSpLocks/>
          </p:cNvCxnSpPr>
          <p:nvPr/>
        </p:nvCxnSpPr>
        <p:spPr>
          <a:xfrm>
            <a:off x="14139502" y="3701159"/>
            <a:ext cx="455796" cy="0"/>
          </a:xfrm>
          <a:prstGeom prst="straightConnector1">
            <a:avLst/>
          </a:prstGeom>
          <a:ln w="28575">
            <a:prstDash val="solid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4" name="Straight Connector 113">
            <a:extLst>
              <a:ext uri="{FF2B5EF4-FFF2-40B4-BE49-F238E27FC236}">
                <a16:creationId xmlns:a16="http://schemas.microsoft.com/office/drawing/2014/main" id="{B1DCB801-5177-A831-45D0-3FCF2FD75BF6}"/>
              </a:ext>
            </a:extLst>
          </p:cNvPr>
          <p:cNvCxnSpPr>
            <a:cxnSpLocks/>
          </p:cNvCxnSpPr>
          <p:nvPr/>
        </p:nvCxnSpPr>
        <p:spPr>
          <a:xfrm>
            <a:off x="12133517" y="1256904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9E37C8C9-81B6-3F0A-D487-BD64F9BBB1C3}"/>
              </a:ext>
            </a:extLst>
          </p:cNvPr>
          <p:cNvCxnSpPr>
            <a:cxnSpLocks/>
          </p:cNvCxnSpPr>
          <p:nvPr/>
        </p:nvCxnSpPr>
        <p:spPr>
          <a:xfrm>
            <a:off x="12133517" y="2199109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417A6972-EA23-D626-F446-624B1C67EC9F}"/>
              </a:ext>
            </a:extLst>
          </p:cNvPr>
          <p:cNvCxnSpPr>
            <a:cxnSpLocks/>
          </p:cNvCxnSpPr>
          <p:nvPr/>
        </p:nvCxnSpPr>
        <p:spPr>
          <a:xfrm>
            <a:off x="12133517" y="3141314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0CDDA4B6-65BA-88C3-305E-F7FB1C1CA48C}"/>
              </a:ext>
            </a:extLst>
          </p:cNvPr>
          <p:cNvCxnSpPr>
            <a:cxnSpLocks/>
          </p:cNvCxnSpPr>
          <p:nvPr/>
        </p:nvCxnSpPr>
        <p:spPr>
          <a:xfrm>
            <a:off x="12133517" y="4083444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E24B53C7-8595-5911-6A7B-93CF48803B06}"/>
              </a:ext>
            </a:extLst>
          </p:cNvPr>
          <p:cNvCxnSpPr>
            <a:cxnSpLocks/>
          </p:cNvCxnSpPr>
          <p:nvPr/>
        </p:nvCxnSpPr>
        <p:spPr>
          <a:xfrm>
            <a:off x="12133517" y="5025573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Straight Connector 129">
            <a:extLst>
              <a:ext uri="{FF2B5EF4-FFF2-40B4-BE49-F238E27FC236}">
                <a16:creationId xmlns:a16="http://schemas.microsoft.com/office/drawing/2014/main" id="{D677F559-E981-9744-ACDC-358D6EB06181}"/>
              </a:ext>
            </a:extLst>
          </p:cNvPr>
          <p:cNvCxnSpPr>
            <a:cxnSpLocks/>
          </p:cNvCxnSpPr>
          <p:nvPr/>
        </p:nvCxnSpPr>
        <p:spPr>
          <a:xfrm>
            <a:off x="12133517" y="5970365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78D04779-0580-DEB9-1A7B-99E705E9582A}"/>
              </a:ext>
            </a:extLst>
          </p:cNvPr>
          <p:cNvCxnSpPr>
            <a:cxnSpLocks/>
          </p:cNvCxnSpPr>
          <p:nvPr/>
        </p:nvCxnSpPr>
        <p:spPr>
          <a:xfrm>
            <a:off x="13916108" y="5982835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4" name="Straight Connector 133">
            <a:extLst>
              <a:ext uri="{FF2B5EF4-FFF2-40B4-BE49-F238E27FC236}">
                <a16:creationId xmlns:a16="http://schemas.microsoft.com/office/drawing/2014/main" id="{BC58C6B5-5B25-A512-52DE-E7798B23B9CD}"/>
              </a:ext>
            </a:extLst>
          </p:cNvPr>
          <p:cNvCxnSpPr>
            <a:cxnSpLocks/>
          </p:cNvCxnSpPr>
          <p:nvPr/>
        </p:nvCxnSpPr>
        <p:spPr>
          <a:xfrm>
            <a:off x="13916108" y="5034705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5" name="Straight Connector 134">
            <a:extLst>
              <a:ext uri="{FF2B5EF4-FFF2-40B4-BE49-F238E27FC236}">
                <a16:creationId xmlns:a16="http://schemas.microsoft.com/office/drawing/2014/main" id="{C01FFEC9-04E0-BCE3-8BA9-0EFD88C47B24}"/>
              </a:ext>
            </a:extLst>
          </p:cNvPr>
          <p:cNvCxnSpPr>
            <a:cxnSpLocks/>
          </p:cNvCxnSpPr>
          <p:nvPr/>
        </p:nvCxnSpPr>
        <p:spPr>
          <a:xfrm>
            <a:off x="13916108" y="4083444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E419EC75-9B55-2430-A2B2-90566DC8D93E}"/>
              </a:ext>
            </a:extLst>
          </p:cNvPr>
          <p:cNvCxnSpPr>
            <a:cxnSpLocks/>
          </p:cNvCxnSpPr>
          <p:nvPr/>
        </p:nvCxnSpPr>
        <p:spPr>
          <a:xfrm>
            <a:off x="13913007" y="3144883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36">
            <a:extLst>
              <a:ext uri="{FF2B5EF4-FFF2-40B4-BE49-F238E27FC236}">
                <a16:creationId xmlns:a16="http://schemas.microsoft.com/office/drawing/2014/main" id="{34976270-2821-847E-B237-009E21F2D77C}"/>
              </a:ext>
            </a:extLst>
          </p:cNvPr>
          <p:cNvCxnSpPr>
            <a:cxnSpLocks/>
          </p:cNvCxnSpPr>
          <p:nvPr/>
        </p:nvCxnSpPr>
        <p:spPr>
          <a:xfrm>
            <a:off x="13916108" y="2203976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41">
            <a:extLst>
              <a:ext uri="{FF2B5EF4-FFF2-40B4-BE49-F238E27FC236}">
                <a16:creationId xmlns:a16="http://schemas.microsoft.com/office/drawing/2014/main" id="{4C22FFB4-59D4-2A40-E68D-36DB20623CBA}"/>
              </a:ext>
            </a:extLst>
          </p:cNvPr>
          <p:cNvCxnSpPr>
            <a:cxnSpLocks/>
          </p:cNvCxnSpPr>
          <p:nvPr/>
        </p:nvCxnSpPr>
        <p:spPr>
          <a:xfrm>
            <a:off x="13916108" y="1275288"/>
            <a:ext cx="22339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F45DB506-A610-762C-2E08-3EDDA8BBEB27}"/>
              </a:ext>
            </a:extLst>
          </p:cNvPr>
          <p:cNvCxnSpPr>
            <a:cxnSpLocks/>
          </p:cNvCxnSpPr>
          <p:nvPr/>
        </p:nvCxnSpPr>
        <p:spPr>
          <a:xfrm flipV="1">
            <a:off x="4717143" y="7297878"/>
            <a:ext cx="0" cy="639622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BB7C05C2-ABEA-D6FA-7172-22C651E42EA3}"/>
              </a:ext>
            </a:extLst>
          </p:cNvPr>
          <p:cNvCxnSpPr>
            <a:cxnSpLocks/>
          </p:cNvCxnSpPr>
          <p:nvPr/>
        </p:nvCxnSpPr>
        <p:spPr>
          <a:xfrm flipH="1">
            <a:off x="4464273" y="7932878"/>
            <a:ext cx="252870" cy="0"/>
          </a:xfrm>
          <a:prstGeom prst="line">
            <a:avLst/>
          </a:prstGeom>
          <a:ln w="28575"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1" name="TextBox 170">
            <a:extLst>
              <a:ext uri="{FF2B5EF4-FFF2-40B4-BE49-F238E27FC236}">
                <a16:creationId xmlns:a16="http://schemas.microsoft.com/office/drawing/2014/main" id="{B47AD13F-0E4C-2A29-2D1B-B8DD4480DBF9}"/>
              </a:ext>
            </a:extLst>
          </p:cNvPr>
          <p:cNvSpPr txBox="1"/>
          <p:nvPr/>
        </p:nvSpPr>
        <p:spPr>
          <a:xfrm>
            <a:off x="5724327" y="12586921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obsd_yawrate_s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17FBBF9-DF65-0BF2-E2B3-162AADB1F806}"/>
              </a:ext>
            </a:extLst>
          </p:cNvPr>
          <p:cNvSpPr txBox="1"/>
          <p:nvPr/>
        </p:nvSpPr>
        <p:spPr>
          <a:xfrm>
            <a:off x="5724327" y="13432191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obsd_X_s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6BD69ABB-862A-AEA5-6150-BF510725DDD8}"/>
              </a:ext>
            </a:extLst>
          </p:cNvPr>
          <p:cNvSpPr txBox="1"/>
          <p:nvPr/>
        </p:nvSpPr>
        <p:spPr>
          <a:xfrm>
            <a:off x="5724327" y="14280378"/>
            <a:ext cx="1980773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C32DCF63-CA83-D768-3694-B34A6E77734B}"/>
              </a:ext>
            </a:extLst>
          </p:cNvPr>
          <p:cNvCxnSpPr>
            <a:cxnSpLocks/>
          </p:cNvCxnSpPr>
          <p:nvPr/>
        </p:nvCxnSpPr>
        <p:spPr>
          <a:xfrm flipH="1">
            <a:off x="5007896" y="12975395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689D645B-46AE-C672-7110-0A180E1AF328}"/>
              </a:ext>
            </a:extLst>
          </p:cNvPr>
          <p:cNvCxnSpPr>
            <a:cxnSpLocks/>
          </p:cNvCxnSpPr>
          <p:nvPr/>
        </p:nvCxnSpPr>
        <p:spPr>
          <a:xfrm flipH="1">
            <a:off x="5022481" y="13830016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6" name="Straight Connector 175">
            <a:extLst>
              <a:ext uri="{FF2B5EF4-FFF2-40B4-BE49-F238E27FC236}">
                <a16:creationId xmlns:a16="http://schemas.microsoft.com/office/drawing/2014/main" id="{158F3252-A289-B7BA-52AC-D53EFEA4E9E5}"/>
              </a:ext>
            </a:extLst>
          </p:cNvPr>
          <p:cNvCxnSpPr>
            <a:cxnSpLocks/>
          </p:cNvCxnSpPr>
          <p:nvPr/>
        </p:nvCxnSpPr>
        <p:spPr>
          <a:xfrm flipH="1">
            <a:off x="5028864" y="14639131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27D47551-E2FE-F9D5-268A-C4C860F2D4B2}"/>
              </a:ext>
            </a:extLst>
          </p:cNvPr>
          <p:cNvCxnSpPr>
            <a:cxnSpLocks/>
          </p:cNvCxnSpPr>
          <p:nvPr/>
        </p:nvCxnSpPr>
        <p:spPr>
          <a:xfrm flipH="1">
            <a:off x="7687803" y="12945202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8" name="Straight Connector 177">
            <a:extLst>
              <a:ext uri="{FF2B5EF4-FFF2-40B4-BE49-F238E27FC236}">
                <a16:creationId xmlns:a16="http://schemas.microsoft.com/office/drawing/2014/main" id="{D621BE75-7482-39B4-526A-AA49ABBD4610}"/>
              </a:ext>
            </a:extLst>
          </p:cNvPr>
          <p:cNvCxnSpPr>
            <a:cxnSpLocks/>
          </p:cNvCxnSpPr>
          <p:nvPr/>
        </p:nvCxnSpPr>
        <p:spPr>
          <a:xfrm flipH="1">
            <a:off x="7702388" y="13799823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9" name="Straight Connector 178">
            <a:extLst>
              <a:ext uri="{FF2B5EF4-FFF2-40B4-BE49-F238E27FC236}">
                <a16:creationId xmlns:a16="http://schemas.microsoft.com/office/drawing/2014/main" id="{BD5C8EBB-4851-F6BB-5587-B919DA57115A}"/>
              </a:ext>
            </a:extLst>
          </p:cNvPr>
          <p:cNvCxnSpPr>
            <a:cxnSpLocks/>
          </p:cNvCxnSpPr>
          <p:nvPr/>
        </p:nvCxnSpPr>
        <p:spPr>
          <a:xfrm flipH="1">
            <a:off x="7708771" y="14608938"/>
            <a:ext cx="702102" cy="5583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6D77C20E-4557-01E1-6ADF-F360B8E7DD9D}"/>
              </a:ext>
            </a:extLst>
          </p:cNvPr>
          <p:cNvCxnSpPr>
            <a:cxnSpLocks/>
          </p:cNvCxnSpPr>
          <p:nvPr/>
        </p:nvCxnSpPr>
        <p:spPr>
          <a:xfrm flipH="1">
            <a:off x="4451414" y="10816831"/>
            <a:ext cx="514286" cy="0"/>
          </a:xfrm>
          <a:prstGeom prst="straightConnector1">
            <a:avLst/>
          </a:prstGeom>
          <a:ln w="28575"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39486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EF5DEE46-65E8-254C-2218-6A031D6DC9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721020"/>
              </p:ext>
            </p:extLst>
          </p:nvPr>
        </p:nvGraphicFramePr>
        <p:xfrm>
          <a:off x="578073" y="460568"/>
          <a:ext cx="3429000" cy="624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1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Input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∞</a:t>
                      </a:r>
                    </a:p>
                    <a:p>
                      <a:pPr>
                        <a:tabLst>
                          <a:tab pos="687388" algn="l"/>
                        </a:tabLst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Period: 	50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for user input to perform actions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DBD98F8F-BD55-169C-B76D-3D7D93C227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029141"/>
              </p:ext>
            </p:extLst>
          </p:nvPr>
        </p:nvGraphicFramePr>
        <p:xfrm>
          <a:off x="7922070" y="382385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7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5F62C96-BA97-DCD2-ECCC-689F209E20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9647197"/>
              </p:ext>
            </p:extLst>
          </p:nvPr>
        </p:nvGraphicFramePr>
        <p:xfrm>
          <a:off x="8150670" y="610985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Motor Controller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motor speed and updates encoders (will include closed loop motor 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CBA882C6-1FC3-8D46-A861-FD5DBC39DF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3647240"/>
              </p:ext>
            </p:extLst>
          </p:nvPr>
        </p:nvGraphicFramePr>
        <p:xfrm>
          <a:off x="14787642" y="382385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Transfer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1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small amounts of data at a time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6048A20-ADCB-004D-8C97-838D912EF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322950"/>
              </p:ext>
            </p:extLst>
          </p:nvPr>
        </p:nvGraphicFramePr>
        <p:xfrm>
          <a:off x="10872645" y="11594396"/>
          <a:ext cx="3429000" cy="3297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Garbage Collector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0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no other tasks are running collect garbage data for defragmentation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9C7A42F6-DD49-3EFB-7F98-206CF7C7E9EB}"/>
              </a:ext>
            </a:extLst>
          </p:cNvPr>
          <p:cNvCxnSpPr>
            <a:cxnSpLocks/>
          </p:cNvCxnSpPr>
          <p:nvPr/>
        </p:nvCxnSpPr>
        <p:spPr>
          <a:xfrm>
            <a:off x="4007073" y="2002555"/>
            <a:ext cx="3722649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73F861E-55D2-55A1-0DCF-75187F1FD0DA}"/>
              </a:ext>
            </a:extLst>
          </p:cNvPr>
          <p:cNvSpPr txBox="1"/>
          <p:nvPr/>
        </p:nvSpPr>
        <p:spPr>
          <a:xfrm>
            <a:off x="5900467" y="1151643"/>
            <a:ext cx="1521445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A4BC7759-E783-3BE9-5763-8CE38D20400E}"/>
              </a:ext>
            </a:extLst>
          </p:cNvPr>
          <p:cNvCxnSpPr>
            <a:cxnSpLocks/>
          </p:cNvCxnSpPr>
          <p:nvPr/>
        </p:nvCxnSpPr>
        <p:spPr>
          <a:xfrm flipV="1">
            <a:off x="4007073" y="3124810"/>
            <a:ext cx="3722657" cy="10452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A47EE571-F4A4-B45D-5ADC-CE48AEE97E8A}"/>
              </a:ext>
            </a:extLst>
          </p:cNvPr>
          <p:cNvSpPr txBox="1"/>
          <p:nvPr/>
        </p:nvSpPr>
        <p:spPr>
          <a:xfrm>
            <a:off x="5900467" y="2260455"/>
            <a:ext cx="152144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B4CE0BD-8B33-A948-252C-0B72CEC4D3E3}"/>
              </a:ext>
            </a:extLst>
          </p:cNvPr>
          <p:cNvCxnSpPr/>
          <p:nvPr/>
        </p:nvCxnSpPr>
        <p:spPr>
          <a:xfrm>
            <a:off x="4906436" y="4371006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E033E11-9A59-62D2-7904-327CCA4A8D53}"/>
              </a:ext>
            </a:extLst>
          </p:cNvPr>
          <p:cNvSpPr txBox="1"/>
          <p:nvPr/>
        </p:nvSpPr>
        <p:spPr>
          <a:xfrm>
            <a:off x="5900467" y="3506651"/>
            <a:ext cx="152144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CF3F35-21D8-506D-3FF0-6D68518DDA29}"/>
              </a:ext>
            </a:extLst>
          </p:cNvPr>
          <p:cNvCxnSpPr>
            <a:cxnSpLocks/>
          </p:cNvCxnSpPr>
          <p:nvPr/>
        </p:nvCxnSpPr>
        <p:spPr>
          <a:xfrm>
            <a:off x="4906434" y="5626726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E9A427DA-75FE-62E1-6F3B-8FA0B6AF9597}"/>
              </a:ext>
            </a:extLst>
          </p:cNvPr>
          <p:cNvSpPr txBox="1"/>
          <p:nvPr/>
        </p:nvSpPr>
        <p:spPr>
          <a:xfrm>
            <a:off x="5900466" y="4752845"/>
            <a:ext cx="1514897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22401CDA-5761-657F-1872-570A97A4D9E8}"/>
              </a:ext>
            </a:extLst>
          </p:cNvPr>
          <p:cNvCxnSpPr/>
          <p:nvPr/>
        </p:nvCxnSpPr>
        <p:spPr>
          <a:xfrm>
            <a:off x="11707130" y="100477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F2DA9C21-73E3-D3E9-4813-B0A2BD0A0D7F}"/>
              </a:ext>
            </a:extLst>
          </p:cNvPr>
          <p:cNvSpPr txBox="1"/>
          <p:nvPr/>
        </p:nvSpPr>
        <p:spPr>
          <a:xfrm>
            <a:off x="12028044" y="14042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CC08E04-E056-6BB4-735F-39F8C6C6507C}"/>
              </a:ext>
            </a:extLst>
          </p:cNvPr>
          <p:cNvCxnSpPr/>
          <p:nvPr/>
        </p:nvCxnSpPr>
        <p:spPr>
          <a:xfrm>
            <a:off x="11707127" y="2137480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413981D-E1D0-CFDB-D827-95CF26D65E4E}"/>
              </a:ext>
            </a:extLst>
          </p:cNvPr>
          <p:cNvSpPr txBox="1"/>
          <p:nvPr/>
        </p:nvSpPr>
        <p:spPr>
          <a:xfrm>
            <a:off x="12028044" y="127312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B4746BE7-D237-A3AA-1517-4078E2B78654}"/>
              </a:ext>
            </a:extLst>
          </p:cNvPr>
          <p:cNvCxnSpPr/>
          <p:nvPr/>
        </p:nvCxnSpPr>
        <p:spPr>
          <a:xfrm>
            <a:off x="11707127" y="3270187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9340C4AE-6F84-9206-A3FB-EC7A3169C06A}"/>
              </a:ext>
            </a:extLst>
          </p:cNvPr>
          <p:cNvSpPr txBox="1"/>
          <p:nvPr/>
        </p:nvSpPr>
        <p:spPr>
          <a:xfrm>
            <a:off x="12028044" y="2405832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71A2BBC8-0497-7DAE-DBD5-FCBB457AE8E0}"/>
              </a:ext>
            </a:extLst>
          </p:cNvPr>
          <p:cNvCxnSpPr/>
          <p:nvPr/>
        </p:nvCxnSpPr>
        <p:spPr>
          <a:xfrm>
            <a:off x="11707127" y="5390223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6A0FA854-DD7E-EB02-6CDB-73F88C627918}"/>
              </a:ext>
            </a:extLst>
          </p:cNvPr>
          <p:cNvSpPr txBox="1"/>
          <p:nvPr/>
        </p:nvSpPr>
        <p:spPr>
          <a:xfrm>
            <a:off x="12028044" y="452586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EA92C3F2-7446-D174-9D6E-EA84AFC73C34}"/>
              </a:ext>
            </a:extLst>
          </p:cNvPr>
          <p:cNvCxnSpPr/>
          <p:nvPr/>
        </p:nvCxnSpPr>
        <p:spPr>
          <a:xfrm>
            <a:off x="11707127" y="6522930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6EAE39E3-4940-9F9B-1128-6158EC6BE6B1}"/>
              </a:ext>
            </a:extLst>
          </p:cNvPr>
          <p:cNvSpPr txBox="1"/>
          <p:nvPr/>
        </p:nvSpPr>
        <p:spPr>
          <a:xfrm>
            <a:off x="12028044" y="565857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449F7C37-DC15-083B-0253-C74F339AD181}"/>
              </a:ext>
            </a:extLst>
          </p:cNvPr>
          <p:cNvCxnSpPr/>
          <p:nvPr/>
        </p:nvCxnSpPr>
        <p:spPr>
          <a:xfrm>
            <a:off x="11707130" y="433618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49DFE378-64B2-79AF-D8C1-BAD09A2C1C44}"/>
              </a:ext>
            </a:extLst>
          </p:cNvPr>
          <p:cNvSpPr txBox="1"/>
          <p:nvPr/>
        </p:nvSpPr>
        <p:spPr>
          <a:xfrm>
            <a:off x="12028044" y="347183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3CBA192-AC19-EC91-CD5F-AE282BF63AAA}"/>
              </a:ext>
            </a:extLst>
          </p:cNvPr>
          <p:cNvCxnSpPr>
            <a:cxnSpLocks/>
          </p:cNvCxnSpPr>
          <p:nvPr/>
        </p:nvCxnSpPr>
        <p:spPr>
          <a:xfrm>
            <a:off x="4792134" y="6667381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E26F76A-AD1F-4F7F-6DCC-9B0FE2573C9D}"/>
              </a:ext>
            </a:extLst>
          </p:cNvPr>
          <p:cNvSpPr txBox="1"/>
          <p:nvPr/>
        </p:nvSpPr>
        <p:spPr>
          <a:xfrm>
            <a:off x="5733329" y="5793499"/>
            <a:ext cx="184917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data_transfer_s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F7D127B-7F59-08E9-F47D-C273F3E79E08}"/>
              </a:ext>
            </a:extLst>
          </p:cNvPr>
          <p:cNvCxnSpPr>
            <a:cxnSpLocks/>
          </p:cNvCxnSpPr>
          <p:nvPr/>
        </p:nvCxnSpPr>
        <p:spPr>
          <a:xfrm>
            <a:off x="7479378" y="6675434"/>
            <a:ext cx="0" cy="33503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92F6BFE-3CCA-EC19-7E3E-E16B99F8EBDB}"/>
              </a:ext>
            </a:extLst>
          </p:cNvPr>
          <p:cNvCxnSpPr>
            <a:cxnSpLocks/>
          </p:cNvCxnSpPr>
          <p:nvPr/>
        </p:nvCxnSpPr>
        <p:spPr>
          <a:xfrm flipH="1">
            <a:off x="7479378" y="7010468"/>
            <a:ext cx="804678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12A9A1B2-F093-F076-5E93-7CFE06AEF62B}"/>
              </a:ext>
            </a:extLst>
          </p:cNvPr>
          <p:cNvCxnSpPr>
            <a:cxnSpLocks/>
          </p:cNvCxnSpPr>
          <p:nvPr/>
        </p:nvCxnSpPr>
        <p:spPr>
          <a:xfrm flipV="1">
            <a:off x="15167686" y="6462700"/>
            <a:ext cx="0" cy="5397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03A0FA8-A5BF-3887-D2E7-716548395B66}"/>
              </a:ext>
            </a:extLst>
          </p:cNvPr>
          <p:cNvSpPr txBox="1"/>
          <p:nvPr/>
        </p:nvSpPr>
        <p:spPr>
          <a:xfrm>
            <a:off x="8753745" y="7648674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test_complete_s: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9DDC5FB-D62F-31E2-B58A-9D0C887D1FEC}"/>
              </a:ext>
            </a:extLst>
          </p:cNvPr>
          <p:cNvCxnSpPr>
            <a:cxnSpLocks/>
          </p:cNvCxnSpPr>
          <p:nvPr/>
        </p:nvCxnSpPr>
        <p:spPr>
          <a:xfrm flipH="1">
            <a:off x="4630398" y="7592455"/>
            <a:ext cx="1106421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6D269738-75E8-FCFA-F23A-16EA0B675334}"/>
              </a:ext>
            </a:extLst>
          </p:cNvPr>
          <p:cNvCxnSpPr>
            <a:cxnSpLocks/>
          </p:cNvCxnSpPr>
          <p:nvPr/>
        </p:nvCxnSpPr>
        <p:spPr>
          <a:xfrm flipV="1">
            <a:off x="15694613" y="6522930"/>
            <a:ext cx="0" cy="104855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9FB01EDF-6251-F157-F77C-7071F65FC4CF}"/>
              </a:ext>
            </a:extLst>
          </p:cNvPr>
          <p:cNvCxnSpPr>
            <a:cxnSpLocks/>
          </p:cNvCxnSpPr>
          <p:nvPr/>
        </p:nvCxnSpPr>
        <p:spPr>
          <a:xfrm flipV="1">
            <a:off x="9340076" y="6693966"/>
            <a:ext cx="0" cy="8573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EDCEF18-DA1A-FDF2-4229-19D14A65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7324968"/>
              </p:ext>
            </p:extLst>
          </p:nvPr>
        </p:nvGraphicFramePr>
        <p:xfrm>
          <a:off x="578073" y="8852252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Path Director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3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control algorithm that divides Romi’s actions into sequential segments, each defining distinct behavior and actions.</a:t>
                      </a: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7D8921F-6E38-C801-F6E4-97046D421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27113"/>
              </p:ext>
            </p:extLst>
          </p:nvPr>
        </p:nvGraphicFramePr>
        <p:xfrm>
          <a:off x="11801079" y="10699199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Observer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Discretized linear model of Romi’s state and input variables to best estimate the current position and orientation. 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023FC6E-903D-DD0D-7D5E-3247A9DE46C6}"/>
              </a:ext>
            </a:extLst>
          </p:cNvPr>
          <p:cNvSpPr txBox="1"/>
          <p:nvPr/>
        </p:nvSpPr>
        <p:spPr>
          <a:xfrm>
            <a:off x="15822241" y="1212648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obsd_lpos_s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48C25-E416-9526-8F1D-2D3AD4F5DBA7}"/>
              </a:ext>
            </a:extLst>
          </p:cNvPr>
          <p:cNvSpPr txBox="1"/>
          <p:nvPr/>
        </p:nvSpPr>
        <p:spPr>
          <a:xfrm>
            <a:off x="15822241" y="1303949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obsd_rpos_s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BD865C-16D4-6185-510F-D12703DFF61B}"/>
              </a:ext>
            </a:extLst>
          </p:cNvPr>
          <p:cNvSpPr txBox="1"/>
          <p:nvPr/>
        </p:nvSpPr>
        <p:spPr>
          <a:xfrm>
            <a:off x="15865981" y="1411315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FA0A5-A2FE-95A9-B6CA-496C54A1A486}"/>
              </a:ext>
            </a:extLst>
          </p:cNvPr>
          <p:cNvSpPr txBox="1"/>
          <p:nvPr/>
        </p:nvSpPr>
        <p:spPr>
          <a:xfrm>
            <a:off x="15865981" y="1502290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obsd_yawrate_s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D7FA16A-0C9C-E384-5ED7-0AB5497D7A3A}"/>
              </a:ext>
            </a:extLst>
          </p:cNvPr>
          <p:cNvCxnSpPr>
            <a:cxnSpLocks/>
          </p:cNvCxnSpPr>
          <p:nvPr/>
        </p:nvCxnSpPr>
        <p:spPr>
          <a:xfrm>
            <a:off x="15230079" y="12525061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FF5FAEB-154B-C4C9-F334-03147E7C4DA0}"/>
              </a:ext>
            </a:extLst>
          </p:cNvPr>
          <p:cNvSpPr txBox="1"/>
          <p:nvPr/>
        </p:nvSpPr>
        <p:spPr>
          <a:xfrm>
            <a:off x="6318076" y="10864966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cal_white_s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933A7AD-6871-2FE0-E5CB-55E92E45226B}"/>
              </a:ext>
            </a:extLst>
          </p:cNvPr>
          <p:cNvSpPr txBox="1"/>
          <p:nvPr/>
        </p:nvSpPr>
        <p:spPr>
          <a:xfrm>
            <a:off x="6318076" y="11837361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cal_black_s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CB561FE-2EF1-AED9-1001-D1115D7E526A}"/>
              </a:ext>
            </a:extLst>
          </p:cNvPr>
          <p:cNvSpPr txBox="1"/>
          <p:nvPr/>
        </p:nvSpPr>
        <p:spPr>
          <a:xfrm>
            <a:off x="6318076" y="12793714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set_seg_s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BECFD5-423D-2120-9C61-F6C845D2FEC0}"/>
              </a:ext>
            </a:extLst>
          </p:cNvPr>
          <p:cNvSpPr txBox="1"/>
          <p:nvPr/>
        </p:nvSpPr>
        <p:spPr>
          <a:xfrm>
            <a:off x="13811591" y="8409352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seg_start_s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91A655D-E539-393B-69E2-46A130B80453}"/>
              </a:ext>
            </a:extLst>
          </p:cNvPr>
          <p:cNvCxnSpPr>
            <a:cxnSpLocks/>
          </p:cNvCxnSpPr>
          <p:nvPr/>
        </p:nvCxnSpPr>
        <p:spPr>
          <a:xfrm>
            <a:off x="15230079" y="13405594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1E4D82E-1D78-76A2-2978-EFB08F2FBC19}"/>
              </a:ext>
            </a:extLst>
          </p:cNvPr>
          <p:cNvCxnSpPr>
            <a:cxnSpLocks/>
          </p:cNvCxnSpPr>
          <p:nvPr/>
        </p:nvCxnSpPr>
        <p:spPr>
          <a:xfrm>
            <a:off x="15273819" y="14455828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3D68EBD-AA38-16C8-F7EA-8117217C4D42}"/>
              </a:ext>
            </a:extLst>
          </p:cNvPr>
          <p:cNvCxnSpPr>
            <a:cxnSpLocks/>
          </p:cNvCxnSpPr>
          <p:nvPr/>
        </p:nvCxnSpPr>
        <p:spPr>
          <a:xfrm>
            <a:off x="15273819" y="15336361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3262067B-D735-A2AB-9DC3-D40EF6ACC301}"/>
              </a:ext>
            </a:extLst>
          </p:cNvPr>
          <p:cNvCxnSpPr>
            <a:cxnSpLocks/>
          </p:cNvCxnSpPr>
          <p:nvPr/>
        </p:nvCxnSpPr>
        <p:spPr>
          <a:xfrm flipV="1">
            <a:off x="4149450" y="2005060"/>
            <a:ext cx="0" cy="713372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0BC4ADA1-4466-93ED-EFB5-EAA8FB4A8086}"/>
              </a:ext>
            </a:extLst>
          </p:cNvPr>
          <p:cNvCxnSpPr>
            <a:cxnSpLocks/>
          </p:cNvCxnSpPr>
          <p:nvPr/>
        </p:nvCxnSpPr>
        <p:spPr>
          <a:xfrm flipH="1">
            <a:off x="4007073" y="9138782"/>
            <a:ext cx="14237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899DB0BF-B14A-F6AE-B8C4-CE8AE865E667}"/>
              </a:ext>
            </a:extLst>
          </p:cNvPr>
          <p:cNvCxnSpPr>
            <a:cxnSpLocks/>
          </p:cNvCxnSpPr>
          <p:nvPr/>
        </p:nvCxnSpPr>
        <p:spPr>
          <a:xfrm flipV="1">
            <a:off x="4334357" y="3165696"/>
            <a:ext cx="0" cy="713372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13694529-EBBB-C870-5644-7AD3B2517A0B}"/>
              </a:ext>
            </a:extLst>
          </p:cNvPr>
          <p:cNvCxnSpPr>
            <a:cxnSpLocks/>
          </p:cNvCxnSpPr>
          <p:nvPr/>
        </p:nvCxnSpPr>
        <p:spPr>
          <a:xfrm flipH="1">
            <a:off x="4007073" y="9530793"/>
            <a:ext cx="327284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4269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2B6F93-098A-1270-89D4-5C35F4666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019B316-CC4E-7D52-9215-23C6468BA2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449816"/>
              </p:ext>
            </p:extLst>
          </p:nvPr>
        </p:nvGraphicFramePr>
        <p:xfrm>
          <a:off x="578073" y="460569"/>
          <a:ext cx="4824106" cy="2819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24106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6258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1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Input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1875009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∞</a:t>
                      </a:r>
                    </a:p>
                    <a:p>
                      <a:pPr>
                        <a:tabLst>
                          <a:tab pos="687388" algn="l"/>
                        </a:tabLst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Period: 	50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Monitors for user input to perform actions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C8E5B5C4-6505-790D-19DA-39FCBE549E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3539721"/>
              </p:ext>
            </p:extLst>
          </p:nvPr>
        </p:nvGraphicFramePr>
        <p:xfrm>
          <a:off x="22826790" y="1143063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700" b="1" kern="12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ED8F4E79-68CD-9D7B-4620-A339994966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383229"/>
              </p:ext>
            </p:extLst>
          </p:nvPr>
        </p:nvGraphicFramePr>
        <p:xfrm>
          <a:off x="23055390" y="1371663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Motor Controller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Sets motor speed and updates encoders (will include closed loop motor 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control</a:t>
                      </a: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AAE64CF8-F202-A46B-6944-BCC9C21DF6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8382669"/>
              </p:ext>
            </p:extLst>
          </p:nvPr>
        </p:nvGraphicFramePr>
        <p:xfrm>
          <a:off x="29692362" y="1143063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Data Transfer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1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Transfers small amounts of data at a time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FBC2058-FA7F-1D18-1C4A-3F80E566D96F}"/>
              </a:ext>
            </a:extLst>
          </p:cNvPr>
          <p:cNvGraphicFramePr>
            <a:graphicFrameLocks noGrp="1"/>
          </p:cNvGraphicFramePr>
          <p:nvPr/>
        </p:nvGraphicFramePr>
        <p:xfrm>
          <a:off x="10872645" y="11594396"/>
          <a:ext cx="3429000" cy="3297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Garbage Collector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7432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0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 no other tasks are running collect garbage data for defragmentation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B3BD31D-671A-CB7E-2302-07CD1FBD3932}"/>
              </a:ext>
            </a:extLst>
          </p:cNvPr>
          <p:cNvCxnSpPr/>
          <p:nvPr/>
        </p:nvCxnSpPr>
        <p:spPr>
          <a:xfrm>
            <a:off x="6318076" y="9498616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F6E4B2D-941B-B636-CC61-F4B2AF65EBB1}"/>
              </a:ext>
            </a:extLst>
          </p:cNvPr>
          <p:cNvSpPr txBox="1"/>
          <p:nvPr/>
        </p:nvSpPr>
        <p:spPr>
          <a:xfrm>
            <a:off x="20125516" y="1774939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l_flag_s: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243C41F2-540A-F103-28D7-858DC315BBEA}"/>
              </a:ext>
            </a:extLst>
          </p:cNvPr>
          <p:cNvCxnSpPr/>
          <p:nvPr/>
        </p:nvCxnSpPr>
        <p:spPr>
          <a:xfrm>
            <a:off x="19811157" y="3885488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B8C947C8-038C-01C4-3D4C-B732C48BC01A}"/>
              </a:ext>
            </a:extLst>
          </p:cNvPr>
          <p:cNvSpPr txBox="1"/>
          <p:nvPr/>
        </p:nvSpPr>
        <p:spPr>
          <a:xfrm>
            <a:off x="20132073" y="302113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r_flag_s: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8B3FDAE-F5CD-3C61-37DC-55BEAE707FD1}"/>
              </a:ext>
            </a:extLst>
          </p:cNvPr>
          <p:cNvCxnSpPr/>
          <p:nvPr/>
        </p:nvCxnSpPr>
        <p:spPr>
          <a:xfrm>
            <a:off x="19811156" y="5131684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EF4E3C8-7B01-1F7B-D37B-13E3C926E1AD}"/>
              </a:ext>
            </a:extLst>
          </p:cNvPr>
          <p:cNvSpPr txBox="1"/>
          <p:nvPr/>
        </p:nvSpPr>
        <p:spPr>
          <a:xfrm>
            <a:off x="20132073" y="4267329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1CA23A62-CF14-1861-983E-6FE4656BC7E5}"/>
              </a:ext>
            </a:extLst>
          </p:cNvPr>
          <p:cNvCxnSpPr>
            <a:cxnSpLocks/>
          </p:cNvCxnSpPr>
          <p:nvPr/>
        </p:nvCxnSpPr>
        <p:spPr>
          <a:xfrm>
            <a:off x="19811154" y="6387404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3B7A9C9-2960-6917-17C4-B33F0ACF26A0}"/>
              </a:ext>
            </a:extLst>
          </p:cNvPr>
          <p:cNvSpPr txBox="1"/>
          <p:nvPr/>
        </p:nvSpPr>
        <p:spPr>
          <a:xfrm>
            <a:off x="20125524" y="551352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45BCE935-42BC-8A19-A525-C17C19374BE5}"/>
              </a:ext>
            </a:extLst>
          </p:cNvPr>
          <p:cNvCxnSpPr/>
          <p:nvPr/>
        </p:nvCxnSpPr>
        <p:spPr>
          <a:xfrm>
            <a:off x="26611850" y="1765453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A5C0886-C2AA-3635-4ABB-BCA26737EC34}"/>
              </a:ext>
            </a:extLst>
          </p:cNvPr>
          <p:cNvSpPr txBox="1"/>
          <p:nvPr/>
        </p:nvSpPr>
        <p:spPr>
          <a:xfrm>
            <a:off x="26932764" y="90109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7802FCC-FE85-9212-99CC-AC1575203616}"/>
              </a:ext>
            </a:extLst>
          </p:cNvPr>
          <p:cNvCxnSpPr/>
          <p:nvPr/>
        </p:nvCxnSpPr>
        <p:spPr>
          <a:xfrm>
            <a:off x="26611847" y="2898158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027C3F4A-EC48-BE4D-B364-78417D8939B8}"/>
              </a:ext>
            </a:extLst>
          </p:cNvPr>
          <p:cNvSpPr txBox="1"/>
          <p:nvPr/>
        </p:nvSpPr>
        <p:spPr>
          <a:xfrm>
            <a:off x="26932764" y="203380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5F24A15-FE05-29FC-8CFB-E5250A0E7420}"/>
              </a:ext>
            </a:extLst>
          </p:cNvPr>
          <p:cNvCxnSpPr/>
          <p:nvPr/>
        </p:nvCxnSpPr>
        <p:spPr>
          <a:xfrm>
            <a:off x="26611847" y="4030865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84ED3C3A-8009-6DFE-87F8-549DEF147225}"/>
              </a:ext>
            </a:extLst>
          </p:cNvPr>
          <p:cNvSpPr txBox="1"/>
          <p:nvPr/>
        </p:nvSpPr>
        <p:spPr>
          <a:xfrm>
            <a:off x="26932764" y="316651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AA06B410-DBAA-6A48-3D91-57C321451826}"/>
              </a:ext>
            </a:extLst>
          </p:cNvPr>
          <p:cNvCxnSpPr/>
          <p:nvPr/>
        </p:nvCxnSpPr>
        <p:spPr>
          <a:xfrm>
            <a:off x="26611847" y="6150901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20F79330-EB1A-3F11-34DD-C25B9531276F}"/>
              </a:ext>
            </a:extLst>
          </p:cNvPr>
          <p:cNvSpPr txBox="1"/>
          <p:nvPr/>
        </p:nvSpPr>
        <p:spPr>
          <a:xfrm>
            <a:off x="26932764" y="5286546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r_pos_q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0EEA644-BB54-2ADF-C65A-D19B15100EEC}"/>
              </a:ext>
            </a:extLst>
          </p:cNvPr>
          <p:cNvCxnSpPr/>
          <p:nvPr/>
        </p:nvCxnSpPr>
        <p:spPr>
          <a:xfrm>
            <a:off x="26611847" y="7283608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1B19BC68-542A-6E52-9B3F-054EBB48C505}"/>
              </a:ext>
            </a:extLst>
          </p:cNvPr>
          <p:cNvSpPr txBox="1"/>
          <p:nvPr/>
        </p:nvSpPr>
        <p:spPr>
          <a:xfrm>
            <a:off x="26932764" y="6419253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r_vel_q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EC207D0-F717-EC97-E95D-44A2B5D64060}"/>
              </a:ext>
            </a:extLst>
          </p:cNvPr>
          <p:cNvCxnSpPr/>
          <p:nvPr/>
        </p:nvCxnSpPr>
        <p:spPr>
          <a:xfrm>
            <a:off x="26611850" y="5096863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15CA267B-31F0-76ED-F853-9CFAC8FD261A}"/>
              </a:ext>
            </a:extLst>
          </p:cNvPr>
          <p:cNvSpPr txBox="1"/>
          <p:nvPr/>
        </p:nvSpPr>
        <p:spPr>
          <a:xfrm>
            <a:off x="26932764" y="423250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r_time_q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[uint32]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DA55F049-BCAE-1916-0B6E-2775A9935C53}"/>
              </a:ext>
            </a:extLst>
          </p:cNvPr>
          <p:cNvCxnSpPr>
            <a:cxnSpLocks/>
          </p:cNvCxnSpPr>
          <p:nvPr/>
        </p:nvCxnSpPr>
        <p:spPr>
          <a:xfrm>
            <a:off x="19696854" y="7428059"/>
            <a:ext cx="2823293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5668E35-DDC4-101A-6F5B-B72C9943347B}"/>
              </a:ext>
            </a:extLst>
          </p:cNvPr>
          <p:cNvSpPr txBox="1"/>
          <p:nvPr/>
        </p:nvSpPr>
        <p:spPr>
          <a:xfrm>
            <a:off x="20011224" y="655417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 anchor="ctr" anchorCtr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data_transfer_s: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7C43934-93AE-ADD9-22B1-42E5BBAB9193}"/>
              </a:ext>
            </a:extLst>
          </p:cNvPr>
          <p:cNvCxnSpPr>
            <a:cxnSpLocks/>
          </p:cNvCxnSpPr>
          <p:nvPr/>
        </p:nvCxnSpPr>
        <p:spPr>
          <a:xfrm>
            <a:off x="22025624" y="7428059"/>
            <a:ext cx="0" cy="33503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F427F8B-8685-8741-5D00-610780054573}"/>
              </a:ext>
            </a:extLst>
          </p:cNvPr>
          <p:cNvCxnSpPr>
            <a:cxnSpLocks/>
          </p:cNvCxnSpPr>
          <p:nvPr/>
        </p:nvCxnSpPr>
        <p:spPr>
          <a:xfrm flipH="1">
            <a:off x="22025624" y="7763093"/>
            <a:ext cx="8046782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2515463-E5FF-4CC4-164D-24E7FD02691A}"/>
              </a:ext>
            </a:extLst>
          </p:cNvPr>
          <p:cNvCxnSpPr>
            <a:cxnSpLocks/>
          </p:cNvCxnSpPr>
          <p:nvPr/>
        </p:nvCxnSpPr>
        <p:spPr>
          <a:xfrm flipV="1">
            <a:off x="30072406" y="7223378"/>
            <a:ext cx="0" cy="53971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9886F2E-127C-7478-2969-162FF2A9D5CA}"/>
              </a:ext>
            </a:extLst>
          </p:cNvPr>
          <p:cNvSpPr txBox="1"/>
          <p:nvPr/>
        </p:nvSpPr>
        <p:spPr>
          <a:xfrm>
            <a:off x="23658465" y="8409352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test_complete_s: </a:t>
            </a:r>
          </a:p>
          <a:p>
            <a:pPr algn="ctr"/>
            <a:r>
              <a:rPr lang="en-US" sz="210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EC756274-2D2A-2E29-6557-DDDAFB85AEBC}"/>
              </a:ext>
            </a:extLst>
          </p:cNvPr>
          <p:cNvCxnSpPr>
            <a:cxnSpLocks/>
          </p:cNvCxnSpPr>
          <p:nvPr/>
        </p:nvCxnSpPr>
        <p:spPr>
          <a:xfrm flipH="1">
            <a:off x="3923373" y="7629467"/>
            <a:ext cx="1106421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B17238B5-C742-011C-CFDE-BFE3F6941318}"/>
              </a:ext>
            </a:extLst>
          </p:cNvPr>
          <p:cNvCxnSpPr>
            <a:cxnSpLocks/>
          </p:cNvCxnSpPr>
          <p:nvPr/>
        </p:nvCxnSpPr>
        <p:spPr>
          <a:xfrm flipV="1">
            <a:off x="30599333" y="7283608"/>
            <a:ext cx="0" cy="104855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46A17C07-12E6-B95B-61F2-F42007A6B04E}"/>
              </a:ext>
            </a:extLst>
          </p:cNvPr>
          <p:cNvCxnSpPr>
            <a:cxnSpLocks/>
          </p:cNvCxnSpPr>
          <p:nvPr/>
        </p:nvCxnSpPr>
        <p:spPr>
          <a:xfrm>
            <a:off x="5402179" y="3290284"/>
            <a:ext cx="0" cy="60565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EBD38BD2-81FF-5246-B0B3-8E644F7579F3}"/>
              </a:ext>
            </a:extLst>
          </p:cNvPr>
          <p:cNvCxnSpPr>
            <a:cxnSpLocks/>
          </p:cNvCxnSpPr>
          <p:nvPr/>
        </p:nvCxnSpPr>
        <p:spPr>
          <a:xfrm flipV="1">
            <a:off x="24244796" y="7454644"/>
            <a:ext cx="0" cy="857316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5AA70A8-FFB3-2D05-2D60-B55DF26427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307282"/>
              </p:ext>
            </p:extLst>
          </p:nvPr>
        </p:nvGraphicFramePr>
        <p:xfrm>
          <a:off x="6950054" y="460569"/>
          <a:ext cx="8037534" cy="3004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37534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4995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Path Director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2455905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3</a:t>
                      </a:r>
                    </a:p>
                    <a:p>
                      <a:pPr>
                        <a:tabLst>
                          <a:tab pos="687388" algn="l"/>
                        </a:tabLst>
                      </a:pPr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pPr marL="0" marR="0" lvl="0" indent="0" algn="l" defTabSz="1828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control algorithm that divides Romi’s actions into sequential segments, each defining distinct behavior and actions.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1988015-9E68-50DD-4D50-76E0CB50E352}"/>
              </a:ext>
            </a:extLst>
          </p:cNvPr>
          <p:cNvGraphicFramePr>
            <a:graphicFrameLocks noGrp="1"/>
          </p:cNvGraphicFramePr>
          <p:nvPr/>
        </p:nvGraphicFramePr>
        <p:xfrm>
          <a:off x="11801079" y="10699199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Observer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2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</a:t>
                      </a:r>
                      <a:r>
                        <a:rPr lang="en-US" sz="2100" kern="1200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</a:t>
                      </a:r>
                      <a:r>
                        <a:rPr lang="en-US" sz="2100" kern="1200" dirty="0" err="1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endParaRPr lang="en-US" sz="21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endParaRPr lang="en-US" sz="21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Discretized linear model of Romi’s state and input variables to best estimate the current position and orientation. 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19FC8A2-720B-443E-4131-3EB7CE9E613C}"/>
              </a:ext>
            </a:extLst>
          </p:cNvPr>
          <p:cNvSpPr txBox="1"/>
          <p:nvPr/>
        </p:nvSpPr>
        <p:spPr>
          <a:xfrm>
            <a:off x="15822241" y="1212648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obsd_lpos_s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A7E155-1CA6-0D37-2C29-7D39497EFFEB}"/>
              </a:ext>
            </a:extLst>
          </p:cNvPr>
          <p:cNvSpPr txBox="1"/>
          <p:nvPr/>
        </p:nvSpPr>
        <p:spPr>
          <a:xfrm>
            <a:off x="15822241" y="13039490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obsd_rpos_s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E14C1-59DA-0767-7522-AC152C48C845}"/>
              </a:ext>
            </a:extLst>
          </p:cNvPr>
          <p:cNvSpPr txBox="1"/>
          <p:nvPr/>
        </p:nvSpPr>
        <p:spPr>
          <a:xfrm>
            <a:off x="15865981" y="14113155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C656A57-5237-EDDD-2944-779A45AF23B4}"/>
              </a:ext>
            </a:extLst>
          </p:cNvPr>
          <p:cNvSpPr txBox="1"/>
          <p:nvPr/>
        </p:nvSpPr>
        <p:spPr>
          <a:xfrm>
            <a:off x="15865981" y="15022908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obsd_yawrate_s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854883C-90F8-3AB3-E126-47AE4642FB75}"/>
              </a:ext>
            </a:extLst>
          </p:cNvPr>
          <p:cNvCxnSpPr>
            <a:cxnSpLocks/>
          </p:cNvCxnSpPr>
          <p:nvPr/>
        </p:nvCxnSpPr>
        <p:spPr>
          <a:xfrm>
            <a:off x="15230079" y="12525061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D9F2C1C6-BFE1-1602-9CD9-D375BDA56F56}"/>
              </a:ext>
            </a:extLst>
          </p:cNvPr>
          <p:cNvSpPr txBox="1"/>
          <p:nvPr/>
        </p:nvSpPr>
        <p:spPr>
          <a:xfrm>
            <a:off x="6318076" y="10864966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cal_white_s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5B9EC8D-063C-15C7-6267-370C36A6B15D}"/>
              </a:ext>
            </a:extLst>
          </p:cNvPr>
          <p:cNvSpPr txBox="1"/>
          <p:nvPr/>
        </p:nvSpPr>
        <p:spPr>
          <a:xfrm>
            <a:off x="6318076" y="11837361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cal_black_s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967E9D9-310B-FCA1-2796-E018CA937178}"/>
              </a:ext>
            </a:extLst>
          </p:cNvPr>
          <p:cNvSpPr txBox="1"/>
          <p:nvPr/>
        </p:nvSpPr>
        <p:spPr>
          <a:xfrm>
            <a:off x="6318076" y="12793714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set_seg_s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40C8895-505A-4C4E-4171-A35A86AAAB8D}"/>
              </a:ext>
            </a:extLst>
          </p:cNvPr>
          <p:cNvSpPr txBox="1"/>
          <p:nvPr/>
        </p:nvSpPr>
        <p:spPr>
          <a:xfrm>
            <a:off x="13811591" y="8409352"/>
            <a:ext cx="2194560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seg_start_s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E6C649-D82C-F800-C225-E7CD43C1DB5D}"/>
              </a:ext>
            </a:extLst>
          </p:cNvPr>
          <p:cNvCxnSpPr>
            <a:cxnSpLocks/>
          </p:cNvCxnSpPr>
          <p:nvPr/>
        </p:nvCxnSpPr>
        <p:spPr>
          <a:xfrm>
            <a:off x="15230079" y="13405594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E47403-6A0F-89C6-C7D9-EA9EBF41497A}"/>
              </a:ext>
            </a:extLst>
          </p:cNvPr>
          <p:cNvCxnSpPr>
            <a:cxnSpLocks/>
          </p:cNvCxnSpPr>
          <p:nvPr/>
        </p:nvCxnSpPr>
        <p:spPr>
          <a:xfrm>
            <a:off x="15273819" y="14455828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C3BB412-DEBB-5A17-95B9-A85359E6DA89}"/>
              </a:ext>
            </a:extLst>
          </p:cNvPr>
          <p:cNvCxnSpPr>
            <a:cxnSpLocks/>
          </p:cNvCxnSpPr>
          <p:nvPr/>
        </p:nvCxnSpPr>
        <p:spPr>
          <a:xfrm>
            <a:off x="15273819" y="15336361"/>
            <a:ext cx="592162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F1D2D2E-6E11-B48E-392F-005DCC0C9068}"/>
              </a:ext>
            </a:extLst>
          </p:cNvPr>
          <p:cNvCxnSpPr>
            <a:cxnSpLocks/>
          </p:cNvCxnSpPr>
          <p:nvPr/>
        </p:nvCxnSpPr>
        <p:spPr>
          <a:xfrm flipH="1">
            <a:off x="5402179" y="3885488"/>
            <a:ext cx="1649605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BDA78E26-1D0F-67D9-8156-89E8261D65BB}"/>
              </a:ext>
            </a:extLst>
          </p:cNvPr>
          <p:cNvCxnSpPr>
            <a:cxnSpLocks/>
          </p:cNvCxnSpPr>
          <p:nvPr/>
        </p:nvCxnSpPr>
        <p:spPr>
          <a:xfrm flipV="1">
            <a:off x="4351844" y="6422677"/>
            <a:ext cx="0" cy="271610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3EBF4288-8F2D-3427-F338-6687C92A70A3}"/>
              </a:ext>
            </a:extLst>
          </p:cNvPr>
          <p:cNvCxnSpPr>
            <a:cxnSpLocks/>
          </p:cNvCxnSpPr>
          <p:nvPr/>
        </p:nvCxnSpPr>
        <p:spPr>
          <a:xfrm flipH="1">
            <a:off x="3947057" y="9138782"/>
            <a:ext cx="404787" cy="0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82E636-A808-AE91-6B98-96ED851B1768}"/>
              </a:ext>
            </a:extLst>
          </p:cNvPr>
          <p:cNvCxnSpPr>
            <a:cxnSpLocks/>
          </p:cNvCxnSpPr>
          <p:nvPr/>
        </p:nvCxnSpPr>
        <p:spPr>
          <a:xfrm>
            <a:off x="7051784" y="3465114"/>
            <a:ext cx="0" cy="420374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D8E270B-7523-B44C-B8DF-E310BE73174C}"/>
              </a:ext>
            </a:extLst>
          </p:cNvPr>
          <p:cNvSpPr txBox="1"/>
          <p:nvPr/>
        </p:nvSpPr>
        <p:spPr>
          <a:xfrm>
            <a:off x="5632831" y="3105240"/>
            <a:ext cx="1239238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63345E3-F11B-EC84-77C5-E882257056D7}"/>
              </a:ext>
            </a:extLst>
          </p:cNvPr>
          <p:cNvCxnSpPr>
            <a:cxnSpLocks/>
          </p:cNvCxnSpPr>
          <p:nvPr/>
        </p:nvCxnSpPr>
        <p:spPr>
          <a:xfrm>
            <a:off x="4700374" y="3293692"/>
            <a:ext cx="0" cy="147481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4A912CC-0741-75DE-B71B-4F3CB0D5E4CD}"/>
              </a:ext>
            </a:extLst>
          </p:cNvPr>
          <p:cNvCxnSpPr>
            <a:cxnSpLocks/>
          </p:cNvCxnSpPr>
          <p:nvPr/>
        </p:nvCxnSpPr>
        <p:spPr>
          <a:xfrm flipH="1">
            <a:off x="4672013" y="4768376"/>
            <a:ext cx="2948286" cy="131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24E9FD0-3852-809D-ECE6-B4111B8AE04E}"/>
              </a:ext>
            </a:extLst>
          </p:cNvPr>
          <p:cNvCxnSpPr>
            <a:cxnSpLocks/>
          </p:cNvCxnSpPr>
          <p:nvPr/>
        </p:nvCxnSpPr>
        <p:spPr>
          <a:xfrm>
            <a:off x="7620299" y="3498104"/>
            <a:ext cx="0" cy="123728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528677F7-B890-846E-4295-777A886CF22A}"/>
              </a:ext>
            </a:extLst>
          </p:cNvPr>
          <p:cNvSpPr txBox="1"/>
          <p:nvPr/>
        </p:nvSpPr>
        <p:spPr>
          <a:xfrm>
            <a:off x="6170340" y="4002953"/>
            <a:ext cx="1239238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r_flag_s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[uint8]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98795A2E-E33B-8732-2D19-F6C8E842DD00}"/>
              </a:ext>
            </a:extLst>
          </p:cNvPr>
          <p:cNvSpPr txBox="1"/>
          <p:nvPr/>
        </p:nvSpPr>
        <p:spPr>
          <a:xfrm>
            <a:off x="6759818" y="4875389"/>
            <a:ext cx="1224396" cy="729430"/>
          </a:xfrm>
          <a:prstGeom prst="rect">
            <a:avLst/>
          </a:prstGeom>
          <a:solidFill>
            <a:schemeClr val="bg1"/>
          </a:solidFill>
          <a:ln w="12700">
            <a:solidFill>
              <a:schemeClr val="dk1"/>
            </a:solidFill>
          </a:ln>
        </p:spPr>
        <p:txBody>
          <a:bodyPr wrap="square" lIns="41148" tIns="41148" rIns="41148" bIns="41148" rtlCol="0">
            <a:spAutoFit/>
          </a:bodyPr>
          <a:lstStyle/>
          <a:p>
            <a:pPr algn="ctr"/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l_speed_s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algn="ctr"/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[float]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7D7D590B-483E-A6C7-EF7A-CEA3A0B24CFC}"/>
              </a:ext>
            </a:extLst>
          </p:cNvPr>
          <p:cNvCxnSpPr>
            <a:cxnSpLocks/>
          </p:cNvCxnSpPr>
          <p:nvPr/>
        </p:nvCxnSpPr>
        <p:spPr>
          <a:xfrm>
            <a:off x="4149450" y="3279969"/>
            <a:ext cx="0" cy="2371292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4BA66A1A-1256-4AE7-9CF1-83C5115C5DF0}"/>
              </a:ext>
            </a:extLst>
          </p:cNvPr>
          <p:cNvCxnSpPr>
            <a:cxnSpLocks/>
          </p:cNvCxnSpPr>
          <p:nvPr/>
        </p:nvCxnSpPr>
        <p:spPr>
          <a:xfrm flipH="1">
            <a:off x="4135682" y="5651261"/>
            <a:ext cx="4047325" cy="5205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FF90DB5A-C6F9-1A96-217E-A6E2E6CE6C0C}"/>
              </a:ext>
            </a:extLst>
          </p:cNvPr>
          <p:cNvCxnSpPr>
            <a:cxnSpLocks/>
          </p:cNvCxnSpPr>
          <p:nvPr/>
        </p:nvCxnSpPr>
        <p:spPr>
          <a:xfrm>
            <a:off x="8183007" y="3531225"/>
            <a:ext cx="0" cy="2097866"/>
          </a:xfrm>
          <a:prstGeom prst="line">
            <a:avLst/>
          </a:prstGeom>
          <a:ln>
            <a:prstDash val="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109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4976AF-64BC-C030-01A6-FE7AFF405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3" name="Group 282">
            <a:extLst>
              <a:ext uri="{FF2B5EF4-FFF2-40B4-BE49-F238E27FC236}">
                <a16:creationId xmlns:a16="http://schemas.microsoft.com/office/drawing/2014/main" id="{E760B992-FFFF-4EFE-AC1E-6CAA66AE2336}"/>
              </a:ext>
            </a:extLst>
          </p:cNvPr>
          <p:cNvGrpSpPr/>
          <p:nvPr/>
        </p:nvGrpSpPr>
        <p:grpSpPr>
          <a:xfrm>
            <a:off x="5577946" y="3177198"/>
            <a:ext cx="7072466" cy="7409079"/>
            <a:chOff x="5835908" y="4217685"/>
            <a:chExt cx="7072466" cy="7409079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0ED3A2FC-872F-3E01-968F-7B0111AF92CA}"/>
                </a:ext>
              </a:extLst>
            </p:cNvPr>
            <p:cNvSpPr/>
            <p:nvPr/>
          </p:nvSpPr>
          <p:spPr>
            <a:xfrm>
              <a:off x="8283646" y="4217685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User Input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950B3FE-BEDC-3B9B-809E-71E66D8CDBD0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9275683" y="5097579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1592E18C-A1C8-B7EE-E647-5D048BF1A77C}"/>
                </a:ext>
              </a:extLst>
            </p:cNvPr>
            <p:cNvSpPr/>
            <p:nvPr/>
          </p:nvSpPr>
          <p:spPr>
            <a:xfrm>
              <a:off x="8283645" y="572506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Check for Inputs from UART</a:t>
              </a:r>
            </a:p>
          </p:txBody>
        </p:sp>
        <p:sp>
          <p:nvSpPr>
            <p:cNvPr id="25" name="Flowchart: Process 24">
              <a:extLst>
                <a:ext uri="{FF2B5EF4-FFF2-40B4-BE49-F238E27FC236}">
                  <a16:creationId xmlns:a16="http://schemas.microsoft.com/office/drawing/2014/main" id="{3E7E5611-0957-CCB1-90A8-0F797806D404}"/>
                </a:ext>
              </a:extLst>
            </p:cNvPr>
            <p:cNvSpPr/>
            <p:nvPr/>
          </p:nvSpPr>
          <p:spPr>
            <a:xfrm>
              <a:off x="8283645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Pop Cmd from Queue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AE6E3E61-C5C4-3F5B-3387-D0D77DBDB981}"/>
                </a:ext>
              </a:extLst>
            </p:cNvPr>
            <p:cNvCxnSpPr>
              <a:cxnSpLocks/>
              <a:stCxn id="9" idx="2"/>
              <a:endCxn id="25" idx="0"/>
            </p:cNvCxnSpPr>
            <p:nvPr/>
          </p:nvCxnSpPr>
          <p:spPr>
            <a:xfrm>
              <a:off x="9275683" y="6604954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F35E0CB-F5BF-B3DD-90F1-1897FCF45435}"/>
                </a:ext>
              </a:extLst>
            </p:cNvPr>
            <p:cNvSpPr txBox="1">
              <a:spLocks/>
            </p:cNvSpPr>
            <p:nvPr/>
          </p:nvSpPr>
          <p:spPr>
            <a:xfrm>
              <a:off x="10607224" y="660495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6E88037-4FA9-F494-505B-9C5714DC62DA}"/>
                </a:ext>
              </a:extLst>
            </p:cNvPr>
            <p:cNvSpPr txBox="1">
              <a:spLocks/>
            </p:cNvSpPr>
            <p:nvPr/>
          </p:nvSpPr>
          <p:spPr>
            <a:xfrm>
              <a:off x="8960630" y="6675569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29" name="Flowchart: Process 28">
              <a:extLst>
                <a:ext uri="{FF2B5EF4-FFF2-40B4-BE49-F238E27FC236}">
                  <a16:creationId xmlns:a16="http://schemas.microsoft.com/office/drawing/2014/main" id="{46AF9770-8350-4A86-6232-ACBDCDFC9B8A}"/>
                </a:ext>
              </a:extLst>
            </p:cNvPr>
            <p:cNvSpPr/>
            <p:nvPr/>
          </p:nvSpPr>
          <p:spPr>
            <a:xfrm>
              <a:off x="10924298" y="72324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Add Input to Cmd Queue</a:t>
              </a:r>
            </a:p>
          </p:txBody>
        </p: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51C9E1DC-98AF-4B38-E123-C87B932F2761}"/>
                </a:ext>
              </a:extLst>
            </p:cNvPr>
            <p:cNvCxnSpPr>
              <a:cxnSpLocks/>
              <a:stCxn id="9" idx="2"/>
              <a:endCxn id="29" idx="0"/>
            </p:cNvCxnSpPr>
            <p:nvPr/>
          </p:nvCxnSpPr>
          <p:spPr>
            <a:xfrm>
              <a:off x="9275683" y="6604954"/>
              <a:ext cx="2640653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2" name="Connector: Elbow 81">
              <a:extLst>
                <a:ext uri="{FF2B5EF4-FFF2-40B4-BE49-F238E27FC236}">
                  <a16:creationId xmlns:a16="http://schemas.microsoft.com/office/drawing/2014/main" id="{9A413615-6D0E-F040-2736-AB824025A19E}"/>
                </a:ext>
              </a:extLst>
            </p:cNvPr>
            <p:cNvCxnSpPr>
              <a:cxnSpLocks/>
              <a:stCxn id="25" idx="2"/>
              <a:endCxn id="21" idx="0"/>
            </p:cNvCxnSpPr>
            <p:nvPr/>
          </p:nvCxnSpPr>
          <p:spPr>
            <a:xfrm rot="16200000" flipH="1">
              <a:off x="9913365" y="7474647"/>
              <a:ext cx="1085164" cy="2360528"/>
            </a:xfrm>
            <a:prstGeom prst="bentConnector3">
              <a:avLst>
                <a:gd name="adj1" fmla="val 5000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92A59688-69AD-9296-D47C-CCB5C7DBAEBC}"/>
                </a:ext>
              </a:extLst>
            </p:cNvPr>
            <p:cNvSpPr txBox="1">
              <a:spLocks/>
            </p:cNvSpPr>
            <p:nvPr/>
          </p:nvSpPr>
          <p:spPr>
            <a:xfrm>
              <a:off x="6809264" y="8257085"/>
              <a:ext cx="20243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Single-Input Action</a:t>
              </a:r>
            </a:p>
          </p:txBody>
        </p:sp>
        <p:cxnSp>
          <p:nvCxnSpPr>
            <p:cNvPr id="278" name="Connector: Elbow 277">
              <a:extLst>
                <a:ext uri="{FF2B5EF4-FFF2-40B4-BE49-F238E27FC236}">
                  <a16:creationId xmlns:a16="http://schemas.microsoft.com/office/drawing/2014/main" id="{C26B05AE-7416-7A18-F9CB-4831E24C008C}"/>
                </a:ext>
              </a:extLst>
            </p:cNvPr>
            <p:cNvCxnSpPr>
              <a:cxnSpLocks/>
              <a:endCxn id="4" idx="1"/>
            </p:cNvCxnSpPr>
            <p:nvPr/>
          </p:nvCxnSpPr>
          <p:spPr>
            <a:xfrm rot="5400000" flipH="1" flipV="1">
              <a:off x="3575211" y="6918329"/>
              <a:ext cx="6969132" cy="2447738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14EF25-2955-9BF6-934D-A378F3FA8F43}"/>
              </a:ext>
            </a:extLst>
          </p:cNvPr>
          <p:cNvCxnSpPr/>
          <p:nvPr/>
        </p:nvCxnSpPr>
        <p:spPr>
          <a:xfrm>
            <a:off x="2509318" y="3617145"/>
            <a:ext cx="0" cy="27320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D173A3A7-6908-0056-358C-F5BEF1CDF1C3}"/>
              </a:ext>
            </a:extLst>
          </p:cNvPr>
          <p:cNvCxnSpPr>
            <a:cxnSpLocks/>
            <a:stCxn id="25" idx="2"/>
            <a:endCxn id="11" idx="0"/>
          </p:cNvCxnSpPr>
          <p:nvPr/>
        </p:nvCxnSpPr>
        <p:spPr>
          <a:xfrm rot="5400000">
            <a:off x="7286309" y="6425594"/>
            <a:ext cx="1085164" cy="237766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Flowchart: Process 10">
            <a:extLst>
              <a:ext uri="{FF2B5EF4-FFF2-40B4-BE49-F238E27FC236}">
                <a16:creationId xmlns:a16="http://schemas.microsoft.com/office/drawing/2014/main" id="{8EA361CF-162B-8882-D001-4CF5AEC90963}"/>
              </a:ext>
            </a:extLst>
          </p:cNvPr>
          <p:cNvSpPr/>
          <p:nvPr/>
        </p:nvSpPr>
        <p:spPr>
          <a:xfrm>
            <a:off x="5853539" y="8157006"/>
            <a:ext cx="1573044" cy="49792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dirty="0"/>
              <a:t>Perform Action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ECA686F4-8095-B2DF-2356-62289BF5DF87}"/>
              </a:ext>
            </a:extLst>
          </p:cNvPr>
          <p:cNvSpPr/>
          <p:nvPr/>
        </p:nvSpPr>
        <p:spPr>
          <a:xfrm>
            <a:off x="10106086" y="8157006"/>
            <a:ext cx="2544326" cy="8155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Check for n-number of inputs (action dependent)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B0384F2-99AC-0341-ED46-20D0D17E8111}"/>
              </a:ext>
            </a:extLst>
          </p:cNvPr>
          <p:cNvSpPr txBox="1">
            <a:spLocks/>
          </p:cNvSpPr>
          <p:nvPr/>
        </p:nvSpPr>
        <p:spPr>
          <a:xfrm>
            <a:off x="9434253" y="7216598"/>
            <a:ext cx="2024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Multi-Input Action</a:t>
            </a:r>
          </a:p>
        </p:txBody>
      </p: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E95C34F0-F559-CAD5-5A38-C3F208E8679B}"/>
              </a:ext>
            </a:extLst>
          </p:cNvPr>
          <p:cNvCxnSpPr>
            <a:cxnSpLocks/>
            <a:stCxn id="21" idx="2"/>
            <a:endCxn id="37" idx="0"/>
          </p:cNvCxnSpPr>
          <p:nvPr/>
        </p:nvCxnSpPr>
        <p:spPr>
          <a:xfrm rot="16200000" flipH="1">
            <a:off x="11053817" y="9297033"/>
            <a:ext cx="649634" cy="771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Flowchart: Process 36">
            <a:extLst>
              <a:ext uri="{FF2B5EF4-FFF2-40B4-BE49-F238E27FC236}">
                <a16:creationId xmlns:a16="http://schemas.microsoft.com/office/drawing/2014/main" id="{B3E1FBC4-8E19-22FB-761C-22E630B27EE3}"/>
              </a:ext>
            </a:extLst>
          </p:cNvPr>
          <p:cNvSpPr/>
          <p:nvPr/>
        </p:nvSpPr>
        <p:spPr>
          <a:xfrm>
            <a:off x="10592498" y="9622236"/>
            <a:ext cx="1573044" cy="49792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fontScale="92500"/>
          </a:bodyPr>
          <a:lstStyle/>
          <a:p>
            <a:pPr algn="ctr"/>
            <a:r>
              <a:rPr lang="en-US" dirty="0"/>
              <a:t>Perform Action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42161411-51FC-1372-DB21-A014FD2B5A6E}"/>
              </a:ext>
            </a:extLst>
          </p:cNvPr>
          <p:cNvCxnSpPr>
            <a:cxnSpLocks/>
          </p:cNvCxnSpPr>
          <p:nvPr/>
        </p:nvCxnSpPr>
        <p:spPr>
          <a:xfrm flipH="1">
            <a:off x="5577946" y="10586276"/>
            <a:ext cx="580030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4E063894-D895-E9A1-0148-AB1FEE54A2B7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6640061" y="8654932"/>
            <a:ext cx="0" cy="19313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D81F1360-FB72-C434-8950-DD62773690F6}"/>
              </a:ext>
            </a:extLst>
          </p:cNvPr>
          <p:cNvCxnSpPr>
            <a:cxnSpLocks/>
          </p:cNvCxnSpPr>
          <p:nvPr/>
        </p:nvCxnSpPr>
        <p:spPr>
          <a:xfrm>
            <a:off x="11378248" y="10120162"/>
            <a:ext cx="0" cy="46611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Flowchart: Process 57">
            <a:extLst>
              <a:ext uri="{FF2B5EF4-FFF2-40B4-BE49-F238E27FC236}">
                <a16:creationId xmlns:a16="http://schemas.microsoft.com/office/drawing/2014/main" id="{C8725A73-63C7-262A-C403-0013C0D0EBA2}"/>
              </a:ext>
            </a:extLst>
          </p:cNvPr>
          <p:cNvSpPr/>
          <p:nvPr/>
        </p:nvSpPr>
        <p:spPr>
          <a:xfrm>
            <a:off x="8231199" y="8193581"/>
            <a:ext cx="1573044" cy="77902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Action Not Recognized</a:t>
            </a: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0A75133-F7A4-6C15-BA2C-FFBB78E878A2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9017721" y="7585930"/>
            <a:ext cx="0" cy="607651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A55D005A-1F6D-09E7-0A5D-5E55126F27FF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9017721" y="8972601"/>
            <a:ext cx="0" cy="161367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608AF4F5-871E-CC5F-8663-AD0647C2FBF6}"/>
              </a:ext>
            </a:extLst>
          </p:cNvPr>
          <p:cNvCxnSpPr>
            <a:cxnSpLocks/>
            <a:stCxn id="29" idx="1"/>
            <a:endCxn id="25" idx="3"/>
          </p:cNvCxnSpPr>
          <p:nvPr/>
        </p:nvCxnSpPr>
        <p:spPr>
          <a:xfrm flipH="1">
            <a:off x="10009759" y="6631895"/>
            <a:ext cx="656577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4193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DDEAB-01EF-5D69-45B0-4DC91D267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Group 155">
            <a:extLst>
              <a:ext uri="{FF2B5EF4-FFF2-40B4-BE49-F238E27FC236}">
                <a16:creationId xmlns:a16="http://schemas.microsoft.com/office/drawing/2014/main" id="{60911558-981F-E588-C461-BD5F27B8E117}"/>
              </a:ext>
            </a:extLst>
          </p:cNvPr>
          <p:cNvGrpSpPr/>
          <p:nvPr/>
        </p:nvGrpSpPr>
        <p:grpSpPr>
          <a:xfrm>
            <a:off x="4254077" y="1116221"/>
            <a:ext cx="8931103" cy="15819703"/>
            <a:chOff x="5458966" y="2983972"/>
            <a:chExt cx="8931103" cy="15819703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7D9E7AB7-D7D1-C414-0052-1CC98D598581}"/>
                </a:ext>
              </a:extLst>
            </p:cNvPr>
            <p:cNvSpPr/>
            <p:nvPr/>
          </p:nvSpPr>
          <p:spPr>
            <a:xfrm>
              <a:off x="8283646" y="2983972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Motor Controller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E4172149-77FF-87E8-C8FD-8513AB582D55}"/>
                </a:ext>
              </a:extLst>
            </p:cNvPr>
            <p:cNvCxnSpPr>
              <a:cxnSpLocks/>
              <a:stCxn id="2" idx="2"/>
              <a:endCxn id="9" idx="0"/>
            </p:cNvCxnSpPr>
            <p:nvPr/>
          </p:nvCxnSpPr>
          <p:spPr>
            <a:xfrm>
              <a:off x="9275683" y="5217674"/>
              <a:ext cx="819" cy="50738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497BD8EB-B28A-E8DF-75B0-9043648C7A8A}"/>
                </a:ext>
              </a:extLst>
            </p:cNvPr>
            <p:cNvSpPr/>
            <p:nvPr/>
          </p:nvSpPr>
          <p:spPr>
            <a:xfrm>
              <a:off x="8284464" y="5725060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Speed Change Flag Raised</a:t>
              </a:r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9D7E17E7-CC0F-6D64-975A-EE67F0106F3F}"/>
                </a:ext>
              </a:extLst>
            </p:cNvPr>
            <p:cNvSpPr/>
            <p:nvPr/>
          </p:nvSpPr>
          <p:spPr>
            <a:xfrm>
              <a:off x="8284464" y="897868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Update Encoder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E893DE4-7EAC-690D-6E90-392C8FDF06F3}"/>
                </a:ext>
              </a:extLst>
            </p:cNvPr>
            <p:cNvCxnSpPr>
              <a:cxnSpLocks/>
              <a:stCxn id="9" idx="2"/>
              <a:endCxn id="54" idx="0"/>
            </p:cNvCxnSpPr>
            <p:nvPr/>
          </p:nvCxnSpPr>
          <p:spPr>
            <a:xfrm>
              <a:off x="9276502" y="6604954"/>
              <a:ext cx="0" cy="237373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7766202A-A025-80A5-A21A-D2EEBAC57A9C}"/>
                </a:ext>
              </a:extLst>
            </p:cNvPr>
            <p:cNvSpPr txBox="1">
              <a:spLocks/>
            </p:cNvSpPr>
            <p:nvPr/>
          </p:nvSpPr>
          <p:spPr>
            <a:xfrm>
              <a:off x="10603182" y="660495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DD7B5FF-0BC0-6DCD-A2FB-8FF9F9817ED4}"/>
                </a:ext>
              </a:extLst>
            </p:cNvPr>
            <p:cNvSpPr txBox="1">
              <a:spLocks/>
            </p:cNvSpPr>
            <p:nvPr/>
          </p:nvSpPr>
          <p:spPr>
            <a:xfrm>
              <a:off x="8956588" y="6675569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4FC5EC51-7ADF-BFE8-6064-192D96C9ACC3}"/>
                </a:ext>
              </a:extLst>
            </p:cNvPr>
            <p:cNvSpPr/>
            <p:nvPr/>
          </p:nvSpPr>
          <p:spPr>
            <a:xfrm>
              <a:off x="10968736" y="72070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Check Zero-Value Motor Input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3D0F0166-425E-B854-94EE-FC197D41A24A}"/>
                </a:ext>
              </a:extLst>
            </p:cNvPr>
            <p:cNvCxnSpPr>
              <a:cxnSpLocks/>
              <a:stCxn id="9" idx="2"/>
              <a:endCxn id="79" idx="0"/>
            </p:cNvCxnSpPr>
            <p:nvPr/>
          </p:nvCxnSpPr>
          <p:spPr>
            <a:xfrm>
              <a:off x="9276502" y="6604954"/>
              <a:ext cx="2684272" cy="6020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1ACE688C-225F-657D-B2C5-1E193C8EB305}"/>
                </a:ext>
              </a:extLst>
            </p:cNvPr>
            <p:cNvCxnSpPr>
              <a:cxnSpLocks/>
              <a:stCxn id="83" idx="1"/>
              <a:endCxn id="4" idx="1"/>
            </p:cNvCxnSpPr>
            <p:nvPr/>
          </p:nvCxnSpPr>
          <p:spPr>
            <a:xfrm rot="10800000" flipH="1">
              <a:off x="5458968" y="3423920"/>
              <a:ext cx="2824678" cy="10571563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7CD870D-4C2C-5C3B-1627-948ACA8F7C61}"/>
                </a:ext>
              </a:extLst>
            </p:cNvPr>
            <p:cNvCxnSpPr>
              <a:cxnSpLocks/>
              <a:endCxn id="54" idx="3"/>
            </p:cNvCxnSpPr>
            <p:nvPr/>
          </p:nvCxnSpPr>
          <p:spPr>
            <a:xfrm flipH="1">
              <a:off x="10268540" y="9418632"/>
              <a:ext cx="4121529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26C2CE6A-98CA-79B1-0D73-D1FBA3C4A11C}"/>
                </a:ext>
              </a:extLst>
            </p:cNvPr>
            <p:cNvCxnSpPr>
              <a:cxnSpLocks/>
              <a:stCxn id="54" idx="2"/>
              <a:endCxn id="151" idx="0"/>
            </p:cNvCxnSpPr>
            <p:nvPr/>
          </p:nvCxnSpPr>
          <p:spPr>
            <a:xfrm>
              <a:off x="9276502" y="9858579"/>
              <a:ext cx="11132" cy="50691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8" name="Flowchart: Process 27">
              <a:extLst>
                <a:ext uri="{FF2B5EF4-FFF2-40B4-BE49-F238E27FC236}">
                  <a16:creationId xmlns:a16="http://schemas.microsoft.com/office/drawing/2014/main" id="{F272FA6A-01EA-40F7-9F76-C173E9748065}"/>
                </a:ext>
              </a:extLst>
            </p:cNvPr>
            <p:cNvSpPr/>
            <p:nvPr/>
          </p:nvSpPr>
          <p:spPr>
            <a:xfrm>
              <a:off x="8284464" y="11743358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Transferring On</a:t>
              </a:r>
            </a:p>
          </p:txBody>
        </p:sp>
        <p:sp>
          <p:nvSpPr>
            <p:cNvPr id="74" name="Flowchart: Process 73">
              <a:extLst>
                <a:ext uri="{FF2B5EF4-FFF2-40B4-BE49-F238E27FC236}">
                  <a16:creationId xmlns:a16="http://schemas.microsoft.com/office/drawing/2014/main" id="{9FFB3563-B171-A4FA-897E-67DC190242F8}"/>
                </a:ext>
              </a:extLst>
            </p:cNvPr>
            <p:cNvSpPr/>
            <p:nvPr/>
          </p:nvSpPr>
          <p:spPr>
            <a:xfrm>
              <a:off x="8284464" y="1354527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 dirty="0"/>
                <a:t>Current Time is Less Than Set Duration</a:t>
              </a:r>
            </a:p>
          </p:txBody>
        </p: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0C60A996-2604-D17A-5E53-BB3BE5AAF38F}"/>
                </a:ext>
              </a:extLst>
            </p:cNvPr>
            <p:cNvCxnSpPr>
              <a:cxnSpLocks/>
              <a:stCxn id="28" idx="2"/>
              <a:endCxn id="74" idx="0"/>
            </p:cNvCxnSpPr>
            <p:nvPr/>
          </p:nvCxnSpPr>
          <p:spPr>
            <a:xfrm>
              <a:off x="9276502" y="12623252"/>
              <a:ext cx="0" cy="92202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3" name="Flowchart: Process 82">
              <a:extLst>
                <a:ext uri="{FF2B5EF4-FFF2-40B4-BE49-F238E27FC236}">
                  <a16:creationId xmlns:a16="http://schemas.microsoft.com/office/drawing/2014/main" id="{19418010-9EA6-A9DE-9A2D-DA718F862FE9}"/>
                </a:ext>
              </a:extLst>
            </p:cNvPr>
            <p:cNvSpPr/>
            <p:nvPr/>
          </p:nvSpPr>
          <p:spPr>
            <a:xfrm>
              <a:off x="5458968" y="13555535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No Data Transferred</a:t>
              </a:r>
            </a:p>
          </p:txBody>
        </p: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DE1EBDC3-DF8A-44E3-4939-870D633120EF}"/>
                </a:ext>
              </a:extLst>
            </p:cNvPr>
            <p:cNvCxnSpPr>
              <a:cxnSpLocks/>
              <a:stCxn id="28" idx="2"/>
              <a:endCxn id="83" idx="0"/>
            </p:cNvCxnSpPr>
            <p:nvPr/>
          </p:nvCxnSpPr>
          <p:spPr>
            <a:xfrm flipH="1">
              <a:off x="6451006" y="12623252"/>
              <a:ext cx="2825496" cy="932283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9" name="Flowchart: Process 98">
              <a:extLst>
                <a:ext uri="{FF2B5EF4-FFF2-40B4-BE49-F238E27FC236}">
                  <a16:creationId xmlns:a16="http://schemas.microsoft.com/office/drawing/2014/main" id="{47E3C6E9-19D5-0050-632A-333599E9B6D9}"/>
                </a:ext>
              </a:extLst>
            </p:cNvPr>
            <p:cNvSpPr/>
            <p:nvPr/>
          </p:nvSpPr>
          <p:spPr>
            <a:xfrm>
              <a:off x="8284464" y="1505264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Queues Currently Full</a:t>
              </a:r>
            </a:p>
          </p:txBody>
        </p: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E0CDB39-0244-92A1-4FA0-6B34ECEA5144}"/>
                </a:ext>
              </a:extLst>
            </p:cNvPr>
            <p:cNvCxnSpPr>
              <a:cxnSpLocks/>
              <a:stCxn id="74" idx="2"/>
              <a:endCxn id="99" idx="0"/>
            </p:cNvCxnSpPr>
            <p:nvPr/>
          </p:nvCxnSpPr>
          <p:spPr>
            <a:xfrm>
              <a:off x="9276502" y="14425169"/>
              <a:ext cx="0" cy="6274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93200D8-E513-41A3-A9C7-FCC6B569467F}"/>
                </a:ext>
              </a:extLst>
            </p:cNvPr>
            <p:cNvSpPr txBox="1">
              <a:spLocks/>
            </p:cNvSpPr>
            <p:nvPr/>
          </p:nvSpPr>
          <p:spPr>
            <a:xfrm>
              <a:off x="9267599" y="13093742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3DACE29A-D2E9-5F7A-EBE6-7452BA195DCE}"/>
                </a:ext>
              </a:extLst>
            </p:cNvPr>
            <p:cNvSpPr txBox="1">
              <a:spLocks/>
            </p:cNvSpPr>
            <p:nvPr/>
          </p:nvSpPr>
          <p:spPr>
            <a:xfrm>
              <a:off x="7546679" y="12775872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07" name="Flowchart: Process 106">
              <a:extLst>
                <a:ext uri="{FF2B5EF4-FFF2-40B4-BE49-F238E27FC236}">
                  <a16:creationId xmlns:a16="http://schemas.microsoft.com/office/drawing/2014/main" id="{A51794B1-4A35-5508-DE5F-CF0862E57539}"/>
                </a:ext>
              </a:extLst>
            </p:cNvPr>
            <p:cNvSpPr/>
            <p:nvPr/>
          </p:nvSpPr>
          <p:spPr>
            <a:xfrm>
              <a:off x="5458968" y="1505264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r>
                <a:rPr lang="en-US" dirty="0"/>
                <a:t>Test Complete = True</a:t>
              </a:r>
            </a:p>
            <a:p>
              <a:pPr algn="ctr"/>
              <a:r>
                <a:rPr lang="en-US" dirty="0"/>
                <a:t>Stop Motor and Zero Encoder</a:t>
              </a:r>
            </a:p>
          </p:txBody>
        </p:sp>
        <p:cxnSp>
          <p:nvCxnSpPr>
            <p:cNvPr id="108" name="Straight Arrow Connector 107">
              <a:extLst>
                <a:ext uri="{FF2B5EF4-FFF2-40B4-BE49-F238E27FC236}">
                  <a16:creationId xmlns:a16="http://schemas.microsoft.com/office/drawing/2014/main" id="{1D890B7A-4E7D-5359-BE7D-F0F6D187BCA5}"/>
                </a:ext>
              </a:extLst>
            </p:cNvPr>
            <p:cNvCxnSpPr>
              <a:cxnSpLocks/>
              <a:stCxn id="74" idx="2"/>
              <a:endCxn id="107" idx="0"/>
            </p:cNvCxnSpPr>
            <p:nvPr/>
          </p:nvCxnSpPr>
          <p:spPr>
            <a:xfrm flipH="1">
              <a:off x="6451006" y="14425169"/>
              <a:ext cx="2825496" cy="62747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26" name="Connector: Elbow 125">
              <a:extLst>
                <a:ext uri="{FF2B5EF4-FFF2-40B4-BE49-F238E27FC236}">
                  <a16:creationId xmlns:a16="http://schemas.microsoft.com/office/drawing/2014/main" id="{ADD32DBE-12C6-3E72-887B-A76793FF828F}"/>
                </a:ext>
              </a:extLst>
            </p:cNvPr>
            <p:cNvCxnSpPr>
              <a:cxnSpLocks/>
              <a:stCxn id="107" idx="1"/>
              <a:endCxn id="4" idx="1"/>
            </p:cNvCxnSpPr>
            <p:nvPr/>
          </p:nvCxnSpPr>
          <p:spPr>
            <a:xfrm rot="10800000" flipH="1">
              <a:off x="5458968" y="3423920"/>
              <a:ext cx="2824678" cy="12068675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6" name="Flowchart: Process 135">
              <a:extLst>
                <a:ext uri="{FF2B5EF4-FFF2-40B4-BE49-F238E27FC236}">
                  <a16:creationId xmlns:a16="http://schemas.microsoft.com/office/drawing/2014/main" id="{7609FB08-7B27-1601-F764-09CAAE34F4E8}"/>
                </a:ext>
              </a:extLst>
            </p:cNvPr>
            <p:cNvSpPr/>
            <p:nvPr/>
          </p:nvSpPr>
          <p:spPr>
            <a:xfrm>
              <a:off x="8284464" y="1654975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 dirty="0"/>
                <a:t>Q’s Were Full</a:t>
              </a:r>
            </a:p>
          </p:txBody>
        </p:sp>
        <p:cxnSp>
          <p:nvCxnSpPr>
            <p:cNvPr id="137" name="Straight Arrow Connector 136">
              <a:extLst>
                <a:ext uri="{FF2B5EF4-FFF2-40B4-BE49-F238E27FC236}">
                  <a16:creationId xmlns:a16="http://schemas.microsoft.com/office/drawing/2014/main" id="{B9BF3E10-C50F-18AB-3D7A-DEDEE233EC4E}"/>
                </a:ext>
              </a:extLst>
            </p:cNvPr>
            <p:cNvCxnSpPr>
              <a:cxnSpLocks/>
              <a:stCxn id="99" idx="2"/>
              <a:endCxn id="136" idx="0"/>
            </p:cNvCxnSpPr>
            <p:nvPr/>
          </p:nvCxnSpPr>
          <p:spPr>
            <a:xfrm>
              <a:off x="9276502" y="15932541"/>
              <a:ext cx="0" cy="61721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A04F993-470D-3ED9-DA6B-6B9C3728DF02}"/>
                </a:ext>
              </a:extLst>
            </p:cNvPr>
            <p:cNvSpPr txBox="1">
              <a:spLocks/>
            </p:cNvSpPr>
            <p:nvPr/>
          </p:nvSpPr>
          <p:spPr>
            <a:xfrm>
              <a:off x="9318399" y="1453625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D8FC5CFA-C646-7515-4F10-5540022F0C46}"/>
                </a:ext>
              </a:extLst>
            </p:cNvPr>
            <p:cNvSpPr txBox="1">
              <a:spLocks/>
            </p:cNvSpPr>
            <p:nvPr/>
          </p:nvSpPr>
          <p:spPr>
            <a:xfrm>
              <a:off x="7658528" y="14432634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40" name="Flowchart: Process 139">
              <a:extLst>
                <a:ext uri="{FF2B5EF4-FFF2-40B4-BE49-F238E27FC236}">
                  <a16:creationId xmlns:a16="http://schemas.microsoft.com/office/drawing/2014/main" id="{159FC43A-9D66-EF36-E0E5-66CB9E8D7DDA}"/>
                </a:ext>
              </a:extLst>
            </p:cNvPr>
            <p:cNvSpPr/>
            <p:nvPr/>
          </p:nvSpPr>
          <p:spPr>
            <a:xfrm>
              <a:off x="10917936" y="16549759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 dirty="0"/>
                <a:t>Raise Q’s Were Full</a:t>
              </a:r>
            </a:p>
            <a:p>
              <a:pPr algn="ctr"/>
              <a:r>
                <a:rPr lang="en-US" sz="1600" dirty="0"/>
                <a:t>Stop Motor</a:t>
              </a:r>
            </a:p>
          </p:txBody>
        </p: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05561756-2522-B1FF-FB40-2315AB6ABCD4}"/>
                </a:ext>
              </a:extLst>
            </p:cNvPr>
            <p:cNvCxnSpPr>
              <a:cxnSpLocks/>
              <a:stCxn id="99" idx="2"/>
              <a:endCxn id="140" idx="0"/>
            </p:cNvCxnSpPr>
            <p:nvPr/>
          </p:nvCxnSpPr>
          <p:spPr>
            <a:xfrm>
              <a:off x="9276502" y="15932541"/>
              <a:ext cx="2633472" cy="61721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5" name="Flowchart: Process 144">
              <a:extLst>
                <a:ext uri="{FF2B5EF4-FFF2-40B4-BE49-F238E27FC236}">
                  <a16:creationId xmlns:a16="http://schemas.microsoft.com/office/drawing/2014/main" id="{D7AC4037-E4B1-29B8-980A-627C00BB8AEC}"/>
                </a:ext>
              </a:extLst>
            </p:cNvPr>
            <p:cNvSpPr/>
            <p:nvPr/>
          </p:nvSpPr>
          <p:spPr>
            <a:xfrm>
              <a:off x="8284463" y="17913521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 dirty="0"/>
                <a:t>Put into Time, Position, and Velocity Q’s</a:t>
              </a:r>
            </a:p>
          </p:txBody>
        </p: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0671DD73-75AC-B423-AD88-6FED79B8E753}"/>
                </a:ext>
              </a:extLst>
            </p:cNvPr>
            <p:cNvCxnSpPr>
              <a:cxnSpLocks/>
              <a:stCxn id="136" idx="2"/>
              <a:endCxn id="145" idx="0"/>
            </p:cNvCxnSpPr>
            <p:nvPr/>
          </p:nvCxnSpPr>
          <p:spPr>
            <a:xfrm flipH="1">
              <a:off x="9276501" y="17429653"/>
              <a:ext cx="1" cy="48386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C8178142-7651-7495-16EB-1A45C2C6D9BC}"/>
                </a:ext>
              </a:extLst>
            </p:cNvPr>
            <p:cNvSpPr txBox="1">
              <a:spLocks/>
            </p:cNvSpPr>
            <p:nvPr/>
          </p:nvSpPr>
          <p:spPr>
            <a:xfrm>
              <a:off x="10968735" y="1602819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T</a:t>
              </a:r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C9856B7B-E6C3-6A49-6FAC-9EC1A7A944E8}"/>
                </a:ext>
              </a:extLst>
            </p:cNvPr>
            <p:cNvSpPr txBox="1">
              <a:spLocks/>
            </p:cNvSpPr>
            <p:nvPr/>
          </p:nvSpPr>
          <p:spPr>
            <a:xfrm>
              <a:off x="9001325" y="1602819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  <p:sp>
          <p:nvSpPr>
            <p:cNvPr id="149" name="Flowchart: Process 148">
              <a:extLst>
                <a:ext uri="{FF2B5EF4-FFF2-40B4-BE49-F238E27FC236}">
                  <a16:creationId xmlns:a16="http://schemas.microsoft.com/office/drawing/2014/main" id="{F2250F47-32D6-E8EA-E03C-80E8B9D754F0}"/>
                </a:ext>
              </a:extLst>
            </p:cNvPr>
            <p:cNvSpPr/>
            <p:nvPr/>
          </p:nvSpPr>
          <p:spPr>
            <a:xfrm>
              <a:off x="5458967" y="17923781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Current Test Complete</a:t>
              </a:r>
            </a:p>
          </p:txBody>
        </p: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6DB86E76-260E-6B46-DE48-5C566DF6DB4B}"/>
                </a:ext>
              </a:extLst>
            </p:cNvPr>
            <p:cNvCxnSpPr>
              <a:cxnSpLocks/>
              <a:stCxn id="136" idx="2"/>
              <a:endCxn id="149" idx="0"/>
            </p:cNvCxnSpPr>
            <p:nvPr/>
          </p:nvCxnSpPr>
          <p:spPr>
            <a:xfrm flipH="1">
              <a:off x="6451005" y="17429653"/>
              <a:ext cx="2825497" cy="494128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53" name="Connector: Elbow 152">
              <a:extLst>
                <a:ext uri="{FF2B5EF4-FFF2-40B4-BE49-F238E27FC236}">
                  <a16:creationId xmlns:a16="http://schemas.microsoft.com/office/drawing/2014/main" id="{067BFED7-4F93-A1D6-816D-FEA9402D236B}"/>
                </a:ext>
              </a:extLst>
            </p:cNvPr>
            <p:cNvCxnSpPr>
              <a:cxnSpLocks/>
              <a:stCxn id="149" idx="1"/>
              <a:endCxn id="4" idx="1"/>
            </p:cNvCxnSpPr>
            <p:nvPr/>
          </p:nvCxnSpPr>
          <p:spPr>
            <a:xfrm rot="10800000" flipH="1">
              <a:off x="5458966" y="3423920"/>
              <a:ext cx="2824679" cy="14939809"/>
            </a:xfrm>
            <a:prstGeom prst="bentConnector3">
              <a:avLst>
                <a:gd name="adj1" fmla="val -809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" name="Flowchart: Process 1">
            <a:extLst>
              <a:ext uri="{FF2B5EF4-FFF2-40B4-BE49-F238E27FC236}">
                <a16:creationId xmlns:a16="http://schemas.microsoft.com/office/drawing/2014/main" id="{4DC27D5C-FF99-265D-7C89-4C41E0A7B85C}"/>
              </a:ext>
            </a:extLst>
          </p:cNvPr>
          <p:cNvSpPr/>
          <p:nvPr/>
        </p:nvSpPr>
        <p:spPr>
          <a:xfrm>
            <a:off x="7078756" y="2470029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New Segment Started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D417744-AF94-2A5E-A025-7180145F26B1}"/>
              </a:ext>
            </a:extLst>
          </p:cNvPr>
          <p:cNvCxnSpPr>
            <a:cxnSpLocks/>
            <a:stCxn id="4" idx="2"/>
            <a:endCxn id="2" idx="0"/>
          </p:cNvCxnSpPr>
          <p:nvPr/>
        </p:nvCxnSpPr>
        <p:spPr>
          <a:xfrm>
            <a:off x="8070794" y="1996115"/>
            <a:ext cx="0" cy="47391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4CB961-3DAE-1D46-353B-E6BDC3160617}"/>
              </a:ext>
            </a:extLst>
          </p:cNvPr>
          <p:cNvSpPr txBox="1">
            <a:spLocks/>
          </p:cNvSpPr>
          <p:nvPr/>
        </p:nvSpPr>
        <p:spPr>
          <a:xfrm>
            <a:off x="9241585" y="3263828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2B52B2-79C0-A352-FDD4-80B7EC37066E}"/>
              </a:ext>
            </a:extLst>
          </p:cNvPr>
          <p:cNvSpPr txBox="1">
            <a:spLocks/>
          </p:cNvSpPr>
          <p:nvPr/>
        </p:nvSpPr>
        <p:spPr>
          <a:xfrm>
            <a:off x="7721870" y="3410277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4" name="Flowchart: Process 13">
            <a:extLst>
              <a:ext uri="{FF2B5EF4-FFF2-40B4-BE49-F238E27FC236}">
                <a16:creationId xmlns:a16="http://schemas.microsoft.com/office/drawing/2014/main" id="{00472B64-20BA-8FDD-D828-1DDB22DCC894}"/>
              </a:ext>
            </a:extLst>
          </p:cNvPr>
          <p:cNvSpPr/>
          <p:nvPr/>
        </p:nvSpPr>
        <p:spPr>
          <a:xfrm>
            <a:off x="9736593" y="3861322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sz="1500" dirty="0"/>
              <a:t>Decrement New Seg, Start Test Time, Reset Q’s Were Full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018992-4B35-2615-E7A1-B858FB97256A}"/>
              </a:ext>
            </a:extLst>
          </p:cNvPr>
          <p:cNvCxnSpPr>
            <a:cxnSpLocks/>
            <a:stCxn id="2" idx="2"/>
            <a:endCxn id="14" idx="0"/>
          </p:cNvCxnSpPr>
          <p:nvPr/>
        </p:nvCxnSpPr>
        <p:spPr>
          <a:xfrm>
            <a:off x="8070794" y="3349923"/>
            <a:ext cx="2657837" cy="51139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2E2E4981-1F23-03C1-540D-403D94A1785D}"/>
              </a:ext>
            </a:extLst>
          </p:cNvPr>
          <p:cNvCxnSpPr>
            <a:cxnSpLocks/>
            <a:stCxn id="14" idx="1"/>
            <a:endCxn id="9" idx="3"/>
          </p:cNvCxnSpPr>
          <p:nvPr/>
        </p:nvCxnSpPr>
        <p:spPr>
          <a:xfrm flipH="1" flipV="1">
            <a:off x="9063651" y="4297256"/>
            <a:ext cx="672942" cy="401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45E8C53-F521-6E01-61E0-6AB6DC630DF2}"/>
              </a:ext>
            </a:extLst>
          </p:cNvPr>
          <p:cNvCxnSpPr>
            <a:cxnSpLocks/>
            <a:stCxn id="79" idx="2"/>
          </p:cNvCxnSpPr>
          <p:nvPr/>
        </p:nvCxnSpPr>
        <p:spPr>
          <a:xfrm>
            <a:off x="10755885" y="6219178"/>
            <a:ext cx="0" cy="38830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1E15E20-4E11-3328-8B70-1B3721F232FB}"/>
              </a:ext>
            </a:extLst>
          </p:cNvPr>
          <p:cNvSpPr txBox="1">
            <a:spLocks/>
          </p:cNvSpPr>
          <p:nvPr/>
        </p:nvSpPr>
        <p:spPr>
          <a:xfrm>
            <a:off x="12034605" y="6115557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A7AC65-ADDA-0539-81FA-8A4EFD7BC838}"/>
              </a:ext>
            </a:extLst>
          </p:cNvPr>
          <p:cNvSpPr txBox="1">
            <a:spLocks/>
          </p:cNvSpPr>
          <p:nvPr/>
        </p:nvSpPr>
        <p:spPr>
          <a:xfrm>
            <a:off x="10388011" y="6215165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29C954B-8FA1-4A37-6196-A051AA2EC1DB}"/>
              </a:ext>
            </a:extLst>
          </p:cNvPr>
          <p:cNvCxnSpPr>
            <a:cxnSpLocks/>
            <a:stCxn id="79" idx="2"/>
            <a:endCxn id="32" idx="0"/>
          </p:cNvCxnSpPr>
          <p:nvPr/>
        </p:nvCxnSpPr>
        <p:spPr>
          <a:xfrm>
            <a:off x="10755885" y="6219178"/>
            <a:ext cx="2429295" cy="3808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0" name="Flowchart: Process 29">
            <a:extLst>
              <a:ext uri="{FF2B5EF4-FFF2-40B4-BE49-F238E27FC236}">
                <a16:creationId xmlns:a16="http://schemas.microsoft.com/office/drawing/2014/main" id="{61978065-67F9-EEAE-E280-1328EE1E9AC1}"/>
              </a:ext>
            </a:extLst>
          </p:cNvPr>
          <p:cNvSpPr/>
          <p:nvPr/>
        </p:nvSpPr>
        <p:spPr>
          <a:xfrm>
            <a:off x="9763846" y="6607487"/>
            <a:ext cx="1984076" cy="7131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Set Closed Loop Control Reference</a:t>
            </a:r>
          </a:p>
        </p:txBody>
      </p: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id="{42C8E326-EB43-FE40-DF41-BA15A9122723}"/>
              </a:ext>
            </a:extLst>
          </p:cNvPr>
          <p:cNvSpPr/>
          <p:nvPr/>
        </p:nvSpPr>
        <p:spPr>
          <a:xfrm>
            <a:off x="12193142" y="6600050"/>
            <a:ext cx="1984076" cy="7131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Disable Closed Loop Control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A91AF80-414C-EB11-FBFA-D42C333F5A06}"/>
              </a:ext>
            </a:extLst>
          </p:cNvPr>
          <p:cNvCxnSpPr>
            <a:cxnSpLocks/>
          </p:cNvCxnSpPr>
          <p:nvPr/>
        </p:nvCxnSpPr>
        <p:spPr>
          <a:xfrm>
            <a:off x="10781943" y="7313172"/>
            <a:ext cx="0" cy="23770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7A8E79C-F66E-F332-64C0-A9D89813CBC1}"/>
              </a:ext>
            </a:extLst>
          </p:cNvPr>
          <p:cNvCxnSpPr>
            <a:cxnSpLocks/>
          </p:cNvCxnSpPr>
          <p:nvPr/>
        </p:nvCxnSpPr>
        <p:spPr>
          <a:xfrm>
            <a:off x="13185180" y="7320609"/>
            <a:ext cx="0" cy="23027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32AAE4E1-3EB0-D2FF-6A8F-CF588FA7CEC4}"/>
              </a:ext>
            </a:extLst>
          </p:cNvPr>
          <p:cNvSpPr txBox="1">
            <a:spLocks/>
          </p:cNvSpPr>
          <p:nvPr/>
        </p:nvSpPr>
        <p:spPr>
          <a:xfrm>
            <a:off x="6301487" y="15431901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B2BB4AE-C171-E954-A6B7-1499209FCECC}"/>
              </a:ext>
            </a:extLst>
          </p:cNvPr>
          <p:cNvSpPr txBox="1">
            <a:spLocks/>
          </p:cNvSpPr>
          <p:nvPr/>
        </p:nvSpPr>
        <p:spPr>
          <a:xfrm>
            <a:off x="8113510" y="15598346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16" name="Flowchart: Process 115">
            <a:extLst>
              <a:ext uri="{FF2B5EF4-FFF2-40B4-BE49-F238E27FC236}">
                <a16:creationId xmlns:a16="http://schemas.microsoft.com/office/drawing/2014/main" id="{BEC2226A-BBDB-24AF-0C6E-88475475B412}"/>
              </a:ext>
            </a:extLst>
          </p:cNvPr>
          <p:cNvSpPr/>
          <p:nvPr/>
        </p:nvSpPr>
        <p:spPr>
          <a:xfrm>
            <a:off x="9682602" y="8495808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Closed Loop Control Active</a:t>
            </a:r>
          </a:p>
        </p:txBody>
      </p: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6BA6AD4A-3315-A2CC-EB65-0ED426B3A5A7}"/>
              </a:ext>
            </a:extLst>
          </p:cNvPr>
          <p:cNvCxnSpPr>
            <a:cxnSpLocks/>
            <a:stCxn id="116" idx="2"/>
            <a:endCxn id="28" idx="0"/>
          </p:cNvCxnSpPr>
          <p:nvPr/>
        </p:nvCxnSpPr>
        <p:spPr>
          <a:xfrm flipH="1">
            <a:off x="8071613" y="9375702"/>
            <a:ext cx="2603027" cy="49990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BC5AFAC-D7AC-5F20-7ADD-AAFA61BCFB07}"/>
              </a:ext>
            </a:extLst>
          </p:cNvPr>
          <p:cNvCxnSpPr>
            <a:cxnSpLocks/>
            <a:stCxn id="151" idx="3"/>
            <a:endCxn id="116" idx="1"/>
          </p:cNvCxnSpPr>
          <p:nvPr/>
        </p:nvCxnSpPr>
        <p:spPr>
          <a:xfrm flipV="1">
            <a:off x="9074783" y="8935755"/>
            <a:ext cx="607819" cy="19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8" name="Flowchart: Process 127">
            <a:extLst>
              <a:ext uri="{FF2B5EF4-FFF2-40B4-BE49-F238E27FC236}">
                <a16:creationId xmlns:a16="http://schemas.microsoft.com/office/drawing/2014/main" id="{ABB0FCF6-655F-7F84-99EA-13355CC96879}"/>
              </a:ext>
            </a:extLst>
          </p:cNvPr>
          <p:cNvSpPr/>
          <p:nvPr/>
        </p:nvSpPr>
        <p:spPr>
          <a:xfrm>
            <a:off x="9671470" y="9880181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 lnSpcReduction="10000"/>
          </a:bodyPr>
          <a:lstStyle/>
          <a:p>
            <a:pPr algn="ctr"/>
            <a:r>
              <a:rPr lang="en-US" dirty="0"/>
              <a:t>Update Gains, Run </a:t>
            </a:r>
            <a:r>
              <a:rPr lang="en-US" dirty="0" err="1"/>
              <a:t>CLC</a:t>
            </a:r>
            <a:r>
              <a:rPr lang="en-US" dirty="0"/>
              <a:t>, Update Reference Value</a:t>
            </a:r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4FE284CC-9EE9-7F5D-5181-EAF1E2BFEA59}"/>
              </a:ext>
            </a:extLst>
          </p:cNvPr>
          <p:cNvCxnSpPr>
            <a:cxnSpLocks/>
            <a:stCxn id="128" idx="1"/>
            <a:endCxn id="28" idx="3"/>
          </p:cNvCxnSpPr>
          <p:nvPr/>
        </p:nvCxnSpPr>
        <p:spPr>
          <a:xfrm flipH="1" flipV="1">
            <a:off x="9063651" y="10315554"/>
            <a:ext cx="607819" cy="45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1" name="Flowchart: Process 150">
            <a:extLst>
              <a:ext uri="{FF2B5EF4-FFF2-40B4-BE49-F238E27FC236}">
                <a16:creationId xmlns:a16="http://schemas.microsoft.com/office/drawing/2014/main" id="{FB560E34-7FF6-6AF5-5369-EF8F5798929F}"/>
              </a:ext>
            </a:extLst>
          </p:cNvPr>
          <p:cNvSpPr/>
          <p:nvPr/>
        </p:nvSpPr>
        <p:spPr>
          <a:xfrm>
            <a:off x="7090707" y="8497741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Test not Completed</a:t>
            </a:r>
          </a:p>
        </p:txBody>
      </p: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92C23B7-0195-6163-A950-020D82738EEB}"/>
              </a:ext>
            </a:extLst>
          </p:cNvPr>
          <p:cNvCxnSpPr>
            <a:cxnSpLocks/>
            <a:endCxn id="176" idx="1"/>
          </p:cNvCxnSpPr>
          <p:nvPr/>
        </p:nvCxnSpPr>
        <p:spPr>
          <a:xfrm>
            <a:off x="4024313" y="8935755"/>
            <a:ext cx="228944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6" name="TextBox 165">
            <a:extLst>
              <a:ext uri="{FF2B5EF4-FFF2-40B4-BE49-F238E27FC236}">
                <a16:creationId xmlns:a16="http://schemas.microsoft.com/office/drawing/2014/main" id="{8B631840-A861-BBCE-3A9A-29711EA5C461}"/>
              </a:ext>
            </a:extLst>
          </p:cNvPr>
          <p:cNvSpPr txBox="1">
            <a:spLocks/>
          </p:cNvSpPr>
          <p:nvPr/>
        </p:nvSpPr>
        <p:spPr>
          <a:xfrm>
            <a:off x="5666416" y="8629115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62DB686B-F611-2FE6-ADE8-3A54671A97EF}"/>
              </a:ext>
            </a:extLst>
          </p:cNvPr>
          <p:cNvSpPr txBox="1">
            <a:spLocks/>
          </p:cNvSpPr>
          <p:nvPr/>
        </p:nvSpPr>
        <p:spPr>
          <a:xfrm>
            <a:off x="9099025" y="9329989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A110862-43A1-D80C-F7C3-CF8A08E5D03C}"/>
              </a:ext>
            </a:extLst>
          </p:cNvPr>
          <p:cNvCxnSpPr>
            <a:cxnSpLocks/>
            <a:stCxn id="116" idx="2"/>
            <a:endCxn id="128" idx="0"/>
          </p:cNvCxnSpPr>
          <p:nvPr/>
        </p:nvCxnSpPr>
        <p:spPr>
          <a:xfrm flipH="1">
            <a:off x="10663508" y="9375702"/>
            <a:ext cx="11132" cy="504479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4" name="TextBox 173">
            <a:extLst>
              <a:ext uri="{FF2B5EF4-FFF2-40B4-BE49-F238E27FC236}">
                <a16:creationId xmlns:a16="http://schemas.microsoft.com/office/drawing/2014/main" id="{C0F48F8B-29D6-CF5D-A2AA-CD39AD9BE83C}"/>
              </a:ext>
            </a:extLst>
          </p:cNvPr>
          <p:cNvSpPr txBox="1">
            <a:spLocks/>
          </p:cNvSpPr>
          <p:nvPr/>
        </p:nvSpPr>
        <p:spPr>
          <a:xfrm>
            <a:off x="9186402" y="8601731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8F1E0FC-25CF-5273-CE5A-BDD2236AB62B}"/>
              </a:ext>
            </a:extLst>
          </p:cNvPr>
          <p:cNvSpPr txBox="1">
            <a:spLocks/>
          </p:cNvSpPr>
          <p:nvPr/>
        </p:nvSpPr>
        <p:spPr>
          <a:xfrm>
            <a:off x="10663508" y="9507040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</a:t>
            </a:r>
          </a:p>
        </p:txBody>
      </p:sp>
      <p:sp>
        <p:nvSpPr>
          <p:cNvPr id="176" name="Flowchart: Process 175">
            <a:extLst>
              <a:ext uri="{FF2B5EF4-FFF2-40B4-BE49-F238E27FC236}">
                <a16:creationId xmlns:a16="http://schemas.microsoft.com/office/drawing/2014/main" id="{3BEC8CF4-05EC-C561-3F2F-F1CA34EA4B82}"/>
              </a:ext>
            </a:extLst>
          </p:cNvPr>
          <p:cNvSpPr/>
          <p:nvPr/>
        </p:nvSpPr>
        <p:spPr>
          <a:xfrm>
            <a:off x="4253257" y="8495808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No Test Running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75EDCBDC-8538-5777-02D2-7B0958D1DD98}"/>
              </a:ext>
            </a:extLst>
          </p:cNvPr>
          <p:cNvCxnSpPr>
            <a:cxnSpLocks/>
            <a:stCxn id="151" idx="1"/>
            <a:endCxn id="176" idx="3"/>
          </p:cNvCxnSpPr>
          <p:nvPr/>
        </p:nvCxnSpPr>
        <p:spPr>
          <a:xfrm flipH="1" flipV="1">
            <a:off x="6237333" y="8935755"/>
            <a:ext cx="853374" cy="1933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4" name="TextBox 183">
            <a:extLst>
              <a:ext uri="{FF2B5EF4-FFF2-40B4-BE49-F238E27FC236}">
                <a16:creationId xmlns:a16="http://schemas.microsoft.com/office/drawing/2014/main" id="{5FDB94C9-150E-D9A8-3A9A-2254CDB32567}"/>
              </a:ext>
            </a:extLst>
          </p:cNvPr>
          <p:cNvSpPr txBox="1">
            <a:spLocks/>
          </p:cNvSpPr>
          <p:nvPr/>
        </p:nvSpPr>
        <p:spPr>
          <a:xfrm>
            <a:off x="6507576" y="8601731"/>
            <a:ext cx="317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1079113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098C5-7CAE-1AB9-7F36-A35CF4BF1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3C3AD58-71F8-CD74-2CD9-5C1119176BA6}"/>
              </a:ext>
            </a:extLst>
          </p:cNvPr>
          <p:cNvGrpSpPr/>
          <p:nvPr/>
        </p:nvGrpSpPr>
        <p:grpSpPr>
          <a:xfrm>
            <a:off x="5383668" y="4217685"/>
            <a:ext cx="7520664" cy="9852629"/>
            <a:chOff x="4263989" y="3840827"/>
            <a:chExt cx="7520664" cy="9852629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CD53C34E-3441-667B-F332-6A6101DEEA5E}"/>
                </a:ext>
              </a:extLst>
            </p:cNvPr>
            <p:cNvSpPr/>
            <p:nvPr/>
          </p:nvSpPr>
          <p:spPr>
            <a:xfrm>
              <a:off x="7163967" y="38408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Data</a:t>
              </a:r>
            </a:p>
            <a:p>
              <a:pPr algn="ctr"/>
              <a:r>
                <a:rPr lang="en-US"/>
                <a:t>Transfer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4FF7CA6B-C91B-F993-90EF-858904845B98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8156004" y="47207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BB8DCB71-2D15-72BE-D966-3B6560E08B2B}"/>
                </a:ext>
              </a:extLst>
            </p:cNvPr>
            <p:cNvSpPr/>
            <p:nvPr/>
          </p:nvSpPr>
          <p:spPr>
            <a:xfrm>
              <a:off x="7163966" y="534820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Sent Header</a:t>
              </a:r>
            </a:p>
          </p:txBody>
        </p: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A4E8596E-0743-821C-CF1D-E734A707019C}"/>
                </a:ext>
              </a:extLst>
            </p:cNvPr>
            <p:cNvSpPr/>
            <p:nvPr/>
          </p:nvSpPr>
          <p:spPr>
            <a:xfrm>
              <a:off x="7163966" y="678406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Transferring On</a:t>
              </a:r>
            </a:p>
          </p:txBody>
        </p:sp>
        <p:sp>
          <p:nvSpPr>
            <p:cNvPr id="37" name="Flowchart: Process 36">
              <a:extLst>
                <a:ext uri="{FF2B5EF4-FFF2-40B4-BE49-F238E27FC236}">
                  <a16:creationId xmlns:a16="http://schemas.microsoft.com/office/drawing/2014/main" id="{FD1F2363-7D39-D445-9813-0FAF38650E3F}"/>
                </a:ext>
              </a:extLst>
            </p:cNvPr>
            <p:cNvSpPr/>
            <p:nvPr/>
          </p:nvSpPr>
          <p:spPr>
            <a:xfrm>
              <a:off x="4340391" y="6784062"/>
              <a:ext cx="1983544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Write Header Info To Bluetooth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E3C28648-2EE3-6530-49A9-E260AED76B67}"/>
                </a:ext>
              </a:extLst>
            </p:cNvPr>
            <p:cNvCxnSpPr>
              <a:cxnSpLocks/>
              <a:stCxn id="9" idx="2"/>
              <a:endCxn id="37" idx="0"/>
            </p:cNvCxnSpPr>
            <p:nvPr/>
          </p:nvCxnSpPr>
          <p:spPr>
            <a:xfrm flipH="1">
              <a:off x="5332163" y="6228096"/>
              <a:ext cx="2823841" cy="55596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11FBECB5-B9BC-16BA-D60C-013B513E335B}"/>
                </a:ext>
              </a:extLst>
            </p:cNvPr>
            <p:cNvCxnSpPr>
              <a:cxnSpLocks/>
              <a:stCxn id="9" idx="2"/>
              <a:endCxn id="36" idx="0"/>
            </p:cNvCxnSpPr>
            <p:nvPr/>
          </p:nvCxnSpPr>
          <p:spPr>
            <a:xfrm>
              <a:off x="8156004" y="6228096"/>
              <a:ext cx="0" cy="555966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B4AB4FE-0F37-BB30-40AA-35896C276BE5}"/>
                </a:ext>
              </a:extLst>
            </p:cNvPr>
            <p:cNvCxnSpPr>
              <a:cxnSpLocks/>
              <a:stCxn id="37" idx="3"/>
              <a:endCxn id="36" idx="1"/>
            </p:cNvCxnSpPr>
            <p:nvPr/>
          </p:nvCxnSpPr>
          <p:spPr>
            <a:xfrm>
              <a:off x="6323935" y="7224009"/>
              <a:ext cx="840031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E0B91EFD-75E2-1BF6-EEC3-995AABF685BE}"/>
                </a:ext>
              </a:extLst>
            </p:cNvPr>
            <p:cNvSpPr txBox="1">
              <a:spLocks/>
            </p:cNvSpPr>
            <p:nvPr/>
          </p:nvSpPr>
          <p:spPr>
            <a:xfrm>
              <a:off x="8151962" y="6275398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6E7115CF-D0E4-52FA-A4A9-17807B2227A7}"/>
                </a:ext>
              </a:extLst>
            </p:cNvPr>
            <p:cNvSpPr txBox="1">
              <a:spLocks/>
            </p:cNvSpPr>
            <p:nvPr/>
          </p:nvSpPr>
          <p:spPr>
            <a:xfrm>
              <a:off x="6013392" y="622809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12" name="Flowchart: Process 11">
              <a:extLst>
                <a:ext uri="{FF2B5EF4-FFF2-40B4-BE49-F238E27FC236}">
                  <a16:creationId xmlns:a16="http://schemas.microsoft.com/office/drawing/2014/main" id="{1BBBCC99-77F5-373C-E465-724B750CB2D2}"/>
                </a:ext>
              </a:extLst>
            </p:cNvPr>
            <p:cNvSpPr/>
            <p:nvPr/>
          </p:nvSpPr>
          <p:spPr>
            <a:xfrm>
              <a:off x="7163966" y="82914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(Q’s Empty) and (Test Complete or Q’s Prev Full)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C82AC31-4080-7D36-8E16-1C039B9A7F69}"/>
                </a:ext>
              </a:extLst>
            </p:cNvPr>
            <p:cNvCxnSpPr>
              <a:cxnSpLocks/>
              <a:stCxn id="36" idx="2"/>
              <a:endCxn id="12" idx="0"/>
            </p:cNvCxnSpPr>
            <p:nvPr/>
          </p:nvCxnSpPr>
          <p:spPr>
            <a:xfrm>
              <a:off x="8156004" y="7663956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B4938EF-825F-49CA-10D9-6297DA7E13A7}"/>
                </a:ext>
              </a:extLst>
            </p:cNvPr>
            <p:cNvSpPr txBox="1">
              <a:spLocks/>
            </p:cNvSpPr>
            <p:nvPr/>
          </p:nvSpPr>
          <p:spPr>
            <a:xfrm>
              <a:off x="8151962" y="778277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7DE139D-C4FF-799F-E265-C92910FCDEBD}"/>
                </a:ext>
              </a:extLst>
            </p:cNvPr>
            <p:cNvSpPr txBox="1">
              <a:spLocks/>
            </p:cNvSpPr>
            <p:nvPr/>
          </p:nvSpPr>
          <p:spPr>
            <a:xfrm>
              <a:off x="6426876" y="766395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54" name="Flowchart: Process 53">
              <a:extLst>
                <a:ext uri="{FF2B5EF4-FFF2-40B4-BE49-F238E27FC236}">
                  <a16:creationId xmlns:a16="http://schemas.microsoft.com/office/drawing/2014/main" id="{2A66B9AA-C53E-50FF-C6A5-6D1C0F1C1E9E}"/>
                </a:ext>
              </a:extLst>
            </p:cNvPr>
            <p:cNvSpPr/>
            <p:nvPr/>
          </p:nvSpPr>
          <p:spPr>
            <a:xfrm>
              <a:off x="7159924" y="979881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Q’s Full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CC515961-5571-B922-5A40-6080009B43D9}"/>
                </a:ext>
              </a:extLst>
            </p:cNvPr>
            <p:cNvCxnSpPr>
              <a:cxnSpLocks/>
              <a:stCxn id="12" idx="2"/>
              <a:endCxn id="54" idx="0"/>
            </p:cNvCxnSpPr>
            <p:nvPr/>
          </p:nvCxnSpPr>
          <p:spPr>
            <a:xfrm flipH="1">
              <a:off x="8151962" y="9171331"/>
              <a:ext cx="4042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7E9E99A-1238-4A90-ED41-2EEFE2C2A9F8}"/>
                </a:ext>
              </a:extLst>
            </p:cNvPr>
            <p:cNvSpPr txBox="1">
              <a:spLocks/>
            </p:cNvSpPr>
            <p:nvPr/>
          </p:nvSpPr>
          <p:spPr>
            <a:xfrm>
              <a:off x="9483503" y="917133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B5CD82C9-BA5B-4544-2CCB-6E310EEC2727}"/>
                </a:ext>
              </a:extLst>
            </p:cNvPr>
            <p:cNvSpPr txBox="1">
              <a:spLocks/>
            </p:cNvSpPr>
            <p:nvPr/>
          </p:nvSpPr>
          <p:spPr>
            <a:xfrm>
              <a:off x="7836909" y="924194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79" name="Flowchart: Process 78">
              <a:extLst>
                <a:ext uri="{FF2B5EF4-FFF2-40B4-BE49-F238E27FC236}">
                  <a16:creationId xmlns:a16="http://schemas.microsoft.com/office/drawing/2014/main" id="{F1F1EFD0-CA03-F7C5-F540-C30A350DD183}"/>
                </a:ext>
              </a:extLst>
            </p:cNvPr>
            <p:cNvSpPr/>
            <p:nvPr/>
          </p:nvSpPr>
          <p:spPr>
            <a:xfrm>
              <a:off x="9800577" y="979881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Reset Flags for Next Test</a:t>
              </a:r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23A4B6ED-C1CF-5CE2-FEF3-FAAB9C008187}"/>
                </a:ext>
              </a:extLst>
            </p:cNvPr>
            <p:cNvCxnSpPr>
              <a:cxnSpLocks/>
              <a:stCxn id="12" idx="2"/>
              <a:endCxn id="79" idx="0"/>
            </p:cNvCxnSpPr>
            <p:nvPr/>
          </p:nvCxnSpPr>
          <p:spPr>
            <a:xfrm>
              <a:off x="8156004" y="9171331"/>
              <a:ext cx="2636611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1" name="Flowchart: Process 80">
              <a:extLst>
                <a:ext uri="{FF2B5EF4-FFF2-40B4-BE49-F238E27FC236}">
                  <a16:creationId xmlns:a16="http://schemas.microsoft.com/office/drawing/2014/main" id="{6FDF5D21-FE8F-D7E9-F17B-0009E88ECC2C}"/>
                </a:ext>
              </a:extLst>
            </p:cNvPr>
            <p:cNvSpPr/>
            <p:nvPr/>
          </p:nvSpPr>
          <p:spPr>
            <a:xfrm>
              <a:off x="4263989" y="829143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No Data Transferred</a:t>
              </a:r>
            </a:p>
          </p:txBody>
        </p:sp>
        <p:cxnSp>
          <p:nvCxnSpPr>
            <p:cNvPr id="85" name="Connector: Elbow 84">
              <a:extLst>
                <a:ext uri="{FF2B5EF4-FFF2-40B4-BE49-F238E27FC236}">
                  <a16:creationId xmlns:a16="http://schemas.microsoft.com/office/drawing/2014/main" id="{A054EE78-0FF9-4E84-4FE0-750CA8BA59AD}"/>
                </a:ext>
              </a:extLst>
            </p:cNvPr>
            <p:cNvCxnSpPr>
              <a:stCxn id="81" idx="1"/>
              <a:endCxn id="4" idx="1"/>
            </p:cNvCxnSpPr>
            <p:nvPr/>
          </p:nvCxnSpPr>
          <p:spPr>
            <a:xfrm rot="10800000" flipH="1">
              <a:off x="4263989" y="4280774"/>
              <a:ext cx="2899978" cy="4450610"/>
            </a:xfrm>
            <a:prstGeom prst="bentConnector3">
              <a:avLst>
                <a:gd name="adj1" fmla="val -7883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95EBAE8-246C-3DC9-E092-33B1D8283888}"/>
                </a:ext>
              </a:extLst>
            </p:cNvPr>
            <p:cNvCxnSpPr>
              <a:cxnSpLocks/>
              <a:stCxn id="36" idx="2"/>
              <a:endCxn id="81" idx="0"/>
            </p:cNvCxnSpPr>
            <p:nvPr/>
          </p:nvCxnSpPr>
          <p:spPr>
            <a:xfrm flipH="1">
              <a:off x="5256027" y="7663956"/>
              <a:ext cx="2899977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CF135DC2-B6CA-FCD7-9487-6C78AEC67C46}"/>
                </a:ext>
              </a:extLst>
            </p:cNvPr>
            <p:cNvCxnSpPr>
              <a:cxnSpLocks/>
              <a:stCxn id="79" idx="3"/>
              <a:endCxn id="4" idx="3"/>
            </p:cNvCxnSpPr>
            <p:nvPr/>
          </p:nvCxnSpPr>
          <p:spPr>
            <a:xfrm flipH="1" flipV="1">
              <a:off x="9148041" y="4280774"/>
              <a:ext cx="2636612" cy="5957985"/>
            </a:xfrm>
            <a:prstGeom prst="bentConnector3">
              <a:avLst>
                <a:gd name="adj1" fmla="val -89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89" name="Flowchart: Process 88">
              <a:extLst>
                <a:ext uri="{FF2B5EF4-FFF2-40B4-BE49-F238E27FC236}">
                  <a16:creationId xmlns:a16="http://schemas.microsoft.com/office/drawing/2014/main" id="{715E8F2E-32D2-5AC1-6FCA-9DB263DAE6A0}"/>
                </a:ext>
              </a:extLst>
            </p:cNvPr>
            <p:cNvSpPr/>
            <p:nvPr/>
          </p:nvSpPr>
          <p:spPr>
            <a:xfrm>
              <a:off x="7159924" y="1130618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Q’s Have Data</a:t>
              </a:r>
            </a:p>
          </p:txBody>
        </p: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FB987D29-5619-A894-44F4-E92C7541EAAE}"/>
                </a:ext>
              </a:extLst>
            </p:cNvPr>
            <p:cNvCxnSpPr>
              <a:cxnSpLocks/>
              <a:stCxn id="54" idx="2"/>
              <a:endCxn id="89" idx="0"/>
            </p:cNvCxnSpPr>
            <p:nvPr/>
          </p:nvCxnSpPr>
          <p:spPr>
            <a:xfrm>
              <a:off x="8151962" y="10678706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736C31A4-ABAF-9C28-DA75-E42940FB63A7}"/>
                </a:ext>
              </a:extLst>
            </p:cNvPr>
            <p:cNvSpPr txBox="1">
              <a:spLocks/>
            </p:cNvSpPr>
            <p:nvPr/>
          </p:nvSpPr>
          <p:spPr>
            <a:xfrm>
              <a:off x="9483503" y="10678706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DE54842D-43BA-3DAD-8514-1749B8EE4368}"/>
                </a:ext>
              </a:extLst>
            </p:cNvPr>
            <p:cNvSpPr txBox="1">
              <a:spLocks/>
            </p:cNvSpPr>
            <p:nvPr/>
          </p:nvSpPr>
          <p:spPr>
            <a:xfrm>
              <a:off x="7836909" y="10749321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F</a:t>
              </a:r>
            </a:p>
          </p:txBody>
        </p:sp>
        <p:sp>
          <p:nvSpPr>
            <p:cNvPr id="93" name="Flowchart: Process 92">
              <a:extLst>
                <a:ext uri="{FF2B5EF4-FFF2-40B4-BE49-F238E27FC236}">
                  <a16:creationId xmlns:a16="http://schemas.microsoft.com/office/drawing/2014/main" id="{5B6BD36A-469F-8106-915C-5D1EFC4BC101}"/>
                </a:ext>
              </a:extLst>
            </p:cNvPr>
            <p:cNvSpPr/>
            <p:nvPr/>
          </p:nvSpPr>
          <p:spPr>
            <a:xfrm>
              <a:off x="9800577" y="11306187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sz="1600"/>
                <a:t>Set </a:t>
              </a:r>
            </a:p>
            <a:p>
              <a:pPr algn="ctr"/>
              <a:r>
                <a:rPr lang="en-US" sz="1600"/>
                <a:t>Q’s Prev Full = True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E4BAB7BC-7249-BF7E-B3C3-0A2322672BE0}"/>
                </a:ext>
              </a:extLst>
            </p:cNvPr>
            <p:cNvCxnSpPr>
              <a:cxnSpLocks/>
              <a:stCxn id="54" idx="2"/>
              <a:endCxn id="93" idx="0"/>
            </p:cNvCxnSpPr>
            <p:nvPr/>
          </p:nvCxnSpPr>
          <p:spPr>
            <a:xfrm>
              <a:off x="8151962" y="10678706"/>
              <a:ext cx="2640653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Connector: Elbow 96">
              <a:extLst>
                <a:ext uri="{FF2B5EF4-FFF2-40B4-BE49-F238E27FC236}">
                  <a16:creationId xmlns:a16="http://schemas.microsoft.com/office/drawing/2014/main" id="{D41A4A5D-D372-5018-E0B5-C3530084D468}"/>
                </a:ext>
              </a:extLst>
            </p:cNvPr>
            <p:cNvCxnSpPr>
              <a:cxnSpLocks/>
              <a:stCxn id="93" idx="3"/>
              <a:endCxn id="4" idx="3"/>
            </p:cNvCxnSpPr>
            <p:nvPr/>
          </p:nvCxnSpPr>
          <p:spPr>
            <a:xfrm flipH="1" flipV="1">
              <a:off x="9148041" y="4280774"/>
              <a:ext cx="2636612" cy="7465360"/>
            </a:xfrm>
            <a:prstGeom prst="bentConnector3">
              <a:avLst>
                <a:gd name="adj1" fmla="val -8959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3B02730-558E-1E5C-B128-A8AA801C1C66}"/>
                </a:ext>
              </a:extLst>
            </p:cNvPr>
            <p:cNvCxnSpPr>
              <a:cxnSpLocks/>
              <a:stCxn id="89" idx="2"/>
              <a:endCxn id="104" idx="0"/>
            </p:cNvCxnSpPr>
            <p:nvPr/>
          </p:nvCxnSpPr>
          <p:spPr>
            <a:xfrm>
              <a:off x="8151962" y="1218608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9EA10B22-35F8-C082-0764-F34E525EE428}"/>
                </a:ext>
              </a:extLst>
            </p:cNvPr>
            <p:cNvSpPr txBox="1">
              <a:spLocks/>
            </p:cNvSpPr>
            <p:nvPr/>
          </p:nvSpPr>
          <p:spPr>
            <a:xfrm>
              <a:off x="8171012" y="12316673"/>
              <a:ext cx="3170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</a:t>
              </a:r>
            </a:p>
          </p:txBody>
        </p:sp>
        <p:sp>
          <p:nvSpPr>
            <p:cNvPr id="104" name="Flowchart: Process 103">
              <a:extLst>
                <a:ext uri="{FF2B5EF4-FFF2-40B4-BE49-F238E27FC236}">
                  <a16:creationId xmlns:a16="http://schemas.microsoft.com/office/drawing/2014/main" id="{0E4490F0-E11B-11F4-81FD-124A5186E056}"/>
                </a:ext>
              </a:extLst>
            </p:cNvPr>
            <p:cNvSpPr/>
            <p:nvPr/>
          </p:nvSpPr>
          <p:spPr>
            <a:xfrm>
              <a:off x="7159924" y="1281356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Read Q’s</a:t>
              </a:r>
            </a:p>
            <a:p>
              <a:pPr algn="ctr"/>
              <a:r>
                <a:rPr lang="en-US"/>
                <a:t>Write to Bluetooth</a:t>
              </a:r>
            </a:p>
          </p:txBody>
        </p:sp>
      </p:grp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378039F8-BFA6-3700-22A2-A217C0927E7A}"/>
              </a:ext>
            </a:extLst>
          </p:cNvPr>
          <p:cNvCxnSpPr>
            <a:cxnSpLocks/>
            <a:stCxn id="104" idx="2"/>
            <a:endCxn id="4" idx="1"/>
          </p:cNvCxnSpPr>
          <p:nvPr/>
        </p:nvCxnSpPr>
        <p:spPr>
          <a:xfrm rot="5400000" flipH="1">
            <a:off x="4071303" y="8869976"/>
            <a:ext cx="9412682" cy="987995"/>
          </a:xfrm>
          <a:prstGeom prst="bentConnector4">
            <a:avLst>
              <a:gd name="adj1" fmla="val -2429"/>
              <a:gd name="adj2" fmla="val 416625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9402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1B3376-AF8F-E0F0-53AC-E5185C72C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5FF1900-178F-9222-9566-FBCB89E06EF9}"/>
              </a:ext>
            </a:extLst>
          </p:cNvPr>
          <p:cNvGrpSpPr/>
          <p:nvPr/>
        </p:nvGrpSpPr>
        <p:grpSpPr>
          <a:xfrm>
            <a:off x="8151962" y="7950365"/>
            <a:ext cx="1984076" cy="2387269"/>
            <a:chOff x="6731090" y="4183727"/>
            <a:chExt cx="1984076" cy="2387269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68232566-969B-5E8C-E791-5FA3024CD170}"/>
                </a:ext>
              </a:extLst>
            </p:cNvPr>
            <p:cNvSpPr/>
            <p:nvPr/>
          </p:nvSpPr>
          <p:spPr>
            <a:xfrm>
              <a:off x="6731091" y="41837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/>
                <a:t>Garbage Collector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DEC0FA9D-2975-3D40-A9B9-C7BA0323ADB5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7723128" y="50636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AD6C0AD2-E5CF-6795-1D73-99F0220FD25B}"/>
                </a:ext>
              </a:extLst>
            </p:cNvPr>
            <p:cNvSpPr/>
            <p:nvPr/>
          </p:nvSpPr>
          <p:spPr>
            <a:xfrm>
              <a:off x="6731090" y="569110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/>
                <a:t>gc.collect()</a:t>
              </a:r>
            </a:p>
          </p:txBody>
        </p: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5C3ECAB5-38E3-768A-32FE-A218264F196E}"/>
                </a:ext>
              </a:extLst>
            </p:cNvPr>
            <p:cNvCxnSpPr>
              <a:cxnSpLocks/>
              <a:stCxn id="9" idx="2"/>
              <a:endCxn id="4" idx="3"/>
            </p:cNvCxnSpPr>
            <p:nvPr/>
          </p:nvCxnSpPr>
          <p:spPr>
            <a:xfrm rot="5400000" flipH="1" flipV="1">
              <a:off x="7245485" y="5101316"/>
              <a:ext cx="1947322" cy="992037"/>
            </a:xfrm>
            <a:prstGeom prst="bentConnector4">
              <a:avLst>
                <a:gd name="adj1" fmla="val -11739"/>
                <a:gd name="adj2" fmla="val 123044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638540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C2CBE-3B9C-69F5-1669-810B53AF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CD271934-B7AB-0326-5A0E-45619C2A9A0A}"/>
              </a:ext>
            </a:extLst>
          </p:cNvPr>
          <p:cNvGrpSpPr/>
          <p:nvPr/>
        </p:nvGrpSpPr>
        <p:grpSpPr>
          <a:xfrm>
            <a:off x="7429500" y="5111915"/>
            <a:ext cx="3429000" cy="2841914"/>
            <a:chOff x="6008628" y="4183727"/>
            <a:chExt cx="3429000" cy="2841914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B975DDE3-D454-F9D0-7132-A027BB5AA45C}"/>
                </a:ext>
              </a:extLst>
            </p:cNvPr>
            <p:cNvSpPr/>
            <p:nvPr/>
          </p:nvSpPr>
          <p:spPr>
            <a:xfrm>
              <a:off x="6731091" y="41837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Observer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A7097240-4BE5-CF8D-8CCB-8A02115C534C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7723128" y="50636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E10EDB6C-27DF-94A3-6D76-607DD100C812}"/>
                </a:ext>
              </a:extLst>
            </p:cNvPr>
            <p:cNvSpPr/>
            <p:nvPr/>
          </p:nvSpPr>
          <p:spPr>
            <a:xfrm>
              <a:off x="6008628" y="5691102"/>
              <a:ext cx="3429000" cy="1334539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 dirty="0"/>
                <a:t>Estimate Next Pose Using Gathered Left &amp; Right Motor Voltage, Left &amp; Right Encoder Position, IMU Heading, and IMU Yaw Rate. Store Data in Shares</a:t>
              </a:r>
            </a:p>
          </p:txBody>
        </p: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CF56264C-CA94-AF1E-8937-EE58BCF18D6F}"/>
                </a:ext>
              </a:extLst>
            </p:cNvPr>
            <p:cNvCxnSpPr>
              <a:cxnSpLocks/>
              <a:stCxn id="9" idx="2"/>
              <a:endCxn id="4" idx="3"/>
            </p:cNvCxnSpPr>
            <p:nvPr/>
          </p:nvCxnSpPr>
          <p:spPr>
            <a:xfrm rot="5400000" flipH="1" flipV="1">
              <a:off x="7018162" y="5328639"/>
              <a:ext cx="2401967" cy="992037"/>
            </a:xfrm>
            <a:prstGeom prst="bentConnector4">
              <a:avLst>
                <a:gd name="adj1" fmla="val -18581"/>
                <a:gd name="adj2" fmla="val 195870"/>
              </a:avLst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29202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7CA26B-2BCA-AD9A-968C-5F2585EB3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BC9809B-093D-F6F1-8485-407420797BBC}"/>
              </a:ext>
            </a:extLst>
          </p:cNvPr>
          <p:cNvGrpSpPr/>
          <p:nvPr/>
        </p:nvGrpSpPr>
        <p:grpSpPr>
          <a:xfrm>
            <a:off x="8744327" y="7364350"/>
            <a:ext cx="5694668" cy="6758050"/>
            <a:chOff x="6731090" y="4183727"/>
            <a:chExt cx="5694668" cy="6758050"/>
          </a:xfrm>
        </p:grpSpPr>
        <p:sp>
          <p:nvSpPr>
            <p:cNvPr id="4" name="Flowchart: Preparation 3">
              <a:extLst>
                <a:ext uri="{FF2B5EF4-FFF2-40B4-BE49-F238E27FC236}">
                  <a16:creationId xmlns:a16="http://schemas.microsoft.com/office/drawing/2014/main" id="{75D65935-29F7-F169-FEE3-368EAACB8D9F}"/>
                </a:ext>
              </a:extLst>
            </p:cNvPr>
            <p:cNvSpPr/>
            <p:nvPr/>
          </p:nvSpPr>
          <p:spPr>
            <a:xfrm>
              <a:off x="6731091" y="4183727"/>
              <a:ext cx="1984074" cy="879894"/>
            </a:xfrm>
            <a:prstGeom prst="flowChartPreparation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 lnSpcReduction="10000"/>
            </a:bodyPr>
            <a:lstStyle/>
            <a:p>
              <a:pPr algn="ctr"/>
              <a:r>
                <a:rPr lang="en-US" dirty="0"/>
                <a:t>Path Director Task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BBE05FD-3CE8-F42B-3E85-14437B1B6B43}"/>
                </a:ext>
              </a:extLst>
            </p:cNvPr>
            <p:cNvCxnSpPr>
              <a:cxnSpLocks/>
              <a:stCxn id="4" idx="2"/>
              <a:endCxn id="9" idx="0"/>
            </p:cNvCxnSpPr>
            <p:nvPr/>
          </p:nvCxnSpPr>
          <p:spPr>
            <a:xfrm>
              <a:off x="7723128" y="5063621"/>
              <a:ext cx="0" cy="627481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9" name="Flowchart: Process 8">
              <a:extLst>
                <a:ext uri="{FF2B5EF4-FFF2-40B4-BE49-F238E27FC236}">
                  <a16:creationId xmlns:a16="http://schemas.microsoft.com/office/drawing/2014/main" id="{EEA7C8D4-5D6B-0D06-AA59-AD080365FEB3}"/>
                </a:ext>
              </a:extLst>
            </p:cNvPr>
            <p:cNvSpPr/>
            <p:nvPr/>
          </p:nvSpPr>
          <p:spPr>
            <a:xfrm>
              <a:off x="6731090" y="5691102"/>
              <a:ext cx="1984076" cy="879894"/>
            </a:xfrm>
            <a:prstGeom prst="flowChartProcess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>
              <a:normAutofit/>
            </a:bodyPr>
            <a:lstStyle/>
            <a:p>
              <a:pPr algn="ctr"/>
              <a:r>
                <a:rPr lang="en-US" dirty="0"/>
                <a:t>Change Segment</a:t>
              </a:r>
            </a:p>
          </p:txBody>
        </p:sp>
        <p:cxnSp>
          <p:nvCxnSpPr>
            <p:cNvPr id="86" name="Connector: Elbow 85">
              <a:extLst>
                <a:ext uri="{FF2B5EF4-FFF2-40B4-BE49-F238E27FC236}">
                  <a16:creationId xmlns:a16="http://schemas.microsoft.com/office/drawing/2014/main" id="{6E1292BF-4AF1-5ED6-0617-F6BBF5F9C355}"/>
                </a:ext>
              </a:extLst>
            </p:cNvPr>
            <p:cNvCxnSpPr>
              <a:cxnSpLocks/>
              <a:endCxn id="4" idx="3"/>
            </p:cNvCxnSpPr>
            <p:nvPr/>
          </p:nvCxnSpPr>
          <p:spPr>
            <a:xfrm rot="16200000" flipV="1">
              <a:off x="7411410" y="5927430"/>
              <a:ext cx="6318103" cy="3710592"/>
            </a:xfrm>
            <a:prstGeom prst="bentConnector2">
              <a:avLst/>
            </a:prstGeom>
            <a:ln>
              <a:headEnd type="none" w="med" len="med"/>
              <a:tailEnd type="arrow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7" name="Flowchart: Process 6">
            <a:extLst>
              <a:ext uri="{FF2B5EF4-FFF2-40B4-BE49-F238E27FC236}">
                <a16:creationId xmlns:a16="http://schemas.microsoft.com/office/drawing/2014/main" id="{D558F94A-A920-6269-6C7D-D24346847D35}"/>
              </a:ext>
            </a:extLst>
          </p:cNvPr>
          <p:cNvSpPr/>
          <p:nvPr/>
        </p:nvSpPr>
        <p:spPr>
          <a:xfrm>
            <a:off x="5663669" y="11184708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Calibration Segment</a:t>
            </a:r>
          </a:p>
        </p:txBody>
      </p:sp>
      <p:sp>
        <p:nvSpPr>
          <p:cNvPr id="13" name="Flowchart: Process 12">
            <a:extLst>
              <a:ext uri="{FF2B5EF4-FFF2-40B4-BE49-F238E27FC236}">
                <a16:creationId xmlns:a16="http://schemas.microsoft.com/office/drawing/2014/main" id="{E2ADED36-A55B-2904-74D9-9A0099FA70D5}"/>
              </a:ext>
            </a:extLst>
          </p:cNvPr>
          <p:cNvSpPr/>
          <p:nvPr/>
        </p:nvSpPr>
        <p:spPr>
          <a:xfrm>
            <a:off x="11901186" y="8871725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Wait For Input Segment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150A473-53EC-69E9-F473-8CBF57F423F5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10728403" y="9311672"/>
            <a:ext cx="1172783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2371AE1-09ED-1D30-2698-861505C299D1}"/>
              </a:ext>
            </a:extLst>
          </p:cNvPr>
          <p:cNvSpPr txBox="1">
            <a:spLocks/>
          </p:cNvSpPr>
          <p:nvPr/>
        </p:nvSpPr>
        <p:spPr>
          <a:xfrm>
            <a:off x="10867383" y="8942340"/>
            <a:ext cx="89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 = 0</a:t>
            </a:r>
          </a:p>
        </p:txBody>
      </p:sp>
      <p:sp>
        <p:nvSpPr>
          <p:cNvPr id="19" name="Flowchart: Process 18">
            <a:extLst>
              <a:ext uri="{FF2B5EF4-FFF2-40B4-BE49-F238E27FC236}">
                <a16:creationId xmlns:a16="http://schemas.microsoft.com/office/drawing/2014/main" id="{64B3412C-9128-4544-85B2-FC92334E1B22}"/>
              </a:ext>
            </a:extLst>
          </p:cNvPr>
          <p:cNvSpPr/>
          <p:nvPr/>
        </p:nvSpPr>
        <p:spPr>
          <a:xfrm>
            <a:off x="8744325" y="11184708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Line Following Segment</a:t>
            </a:r>
          </a:p>
        </p:txBody>
      </p:sp>
      <p:sp>
        <p:nvSpPr>
          <p:cNvPr id="20" name="Flowchart: Process 19">
            <a:extLst>
              <a:ext uri="{FF2B5EF4-FFF2-40B4-BE49-F238E27FC236}">
                <a16:creationId xmlns:a16="http://schemas.microsoft.com/office/drawing/2014/main" id="{D6BC7CB2-CDF1-3F85-2200-1BD5BB25DBDC}"/>
              </a:ext>
            </a:extLst>
          </p:cNvPr>
          <p:cNvSpPr/>
          <p:nvPr/>
        </p:nvSpPr>
        <p:spPr>
          <a:xfrm>
            <a:off x="11810887" y="11184708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Fixed Forward Distance Segment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78AF0FF9-8235-2F7C-DCB2-62700696B676}"/>
              </a:ext>
            </a:extLst>
          </p:cNvPr>
          <p:cNvCxnSpPr>
            <a:cxnSpLocks/>
            <a:stCxn id="9" idx="2"/>
            <a:endCxn id="7" idx="0"/>
          </p:cNvCxnSpPr>
          <p:nvPr/>
        </p:nvCxnSpPr>
        <p:spPr>
          <a:xfrm rot="5400000">
            <a:off x="7479492" y="8927834"/>
            <a:ext cx="1433089" cy="3080658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EE5FEF86-B22F-41B5-95D6-017CB027B8C0}"/>
              </a:ext>
            </a:extLst>
          </p:cNvPr>
          <p:cNvCxnSpPr>
            <a:cxnSpLocks/>
            <a:stCxn id="9" idx="2"/>
            <a:endCxn id="19" idx="0"/>
          </p:cNvCxnSpPr>
          <p:nvPr/>
        </p:nvCxnSpPr>
        <p:spPr>
          <a:xfrm rot="5400000">
            <a:off x="9019820" y="10468162"/>
            <a:ext cx="1433089" cy="2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262BEA1E-5DDB-5A4B-F441-F90441F6E40E}"/>
              </a:ext>
            </a:extLst>
          </p:cNvPr>
          <p:cNvCxnSpPr>
            <a:cxnSpLocks/>
            <a:stCxn id="9" idx="2"/>
            <a:endCxn id="20" idx="0"/>
          </p:cNvCxnSpPr>
          <p:nvPr/>
        </p:nvCxnSpPr>
        <p:spPr>
          <a:xfrm rot="16200000" flipH="1">
            <a:off x="10553101" y="8934883"/>
            <a:ext cx="1433089" cy="3066560"/>
          </a:xfrm>
          <a:prstGeom prst="bentConnector3">
            <a:avLst>
              <a:gd name="adj1" fmla="val 50000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5E371FD-A788-A88B-B556-5C5E6CBB7D4C}"/>
              </a:ext>
            </a:extLst>
          </p:cNvPr>
          <p:cNvSpPr txBox="1">
            <a:spLocks/>
          </p:cNvSpPr>
          <p:nvPr/>
        </p:nvSpPr>
        <p:spPr>
          <a:xfrm>
            <a:off x="6234794" y="10061689"/>
            <a:ext cx="89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 = 1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226E54-E6DF-75F0-8A62-C05489AB3B7C}"/>
              </a:ext>
            </a:extLst>
          </p:cNvPr>
          <p:cNvSpPr txBox="1">
            <a:spLocks/>
          </p:cNvSpPr>
          <p:nvPr/>
        </p:nvSpPr>
        <p:spPr>
          <a:xfrm>
            <a:off x="12346060" y="10097543"/>
            <a:ext cx="89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 = 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683F41B-2A83-9D93-FC23-56999E311C2E}"/>
              </a:ext>
            </a:extLst>
          </p:cNvPr>
          <p:cNvSpPr txBox="1">
            <a:spLocks/>
          </p:cNvSpPr>
          <p:nvPr/>
        </p:nvSpPr>
        <p:spPr>
          <a:xfrm>
            <a:off x="9733415" y="10590512"/>
            <a:ext cx="89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seg = 2</a:t>
            </a:r>
          </a:p>
        </p:txBody>
      </p:sp>
      <p:sp>
        <p:nvSpPr>
          <p:cNvPr id="35" name="Flowchart: Process 34">
            <a:extLst>
              <a:ext uri="{FF2B5EF4-FFF2-40B4-BE49-F238E27FC236}">
                <a16:creationId xmlns:a16="http://schemas.microsoft.com/office/drawing/2014/main" id="{8E229E21-C971-E0AF-EC89-9859DAE39596}"/>
              </a:ext>
            </a:extLst>
          </p:cNvPr>
          <p:cNvSpPr/>
          <p:nvPr/>
        </p:nvSpPr>
        <p:spPr>
          <a:xfrm>
            <a:off x="5663669" y="12617797"/>
            <a:ext cx="1984076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Line Sensor and IMU Calibrated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14255C83-0FE0-C1B1-36B0-DD079E54BA12}"/>
              </a:ext>
            </a:extLst>
          </p:cNvPr>
          <p:cNvCxnSpPr>
            <a:cxnSpLocks/>
            <a:stCxn id="7" idx="2"/>
            <a:endCxn id="35" idx="0"/>
          </p:cNvCxnSpPr>
          <p:nvPr/>
        </p:nvCxnSpPr>
        <p:spPr>
          <a:xfrm>
            <a:off x="6655707" y="12064602"/>
            <a:ext cx="0" cy="553195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D05B0350-07FF-4072-9663-A692F45EC284}"/>
              </a:ext>
            </a:extLst>
          </p:cNvPr>
          <p:cNvCxnSpPr>
            <a:cxnSpLocks/>
            <a:stCxn id="35" idx="3"/>
            <a:endCxn id="7" idx="3"/>
          </p:cNvCxnSpPr>
          <p:nvPr/>
        </p:nvCxnSpPr>
        <p:spPr>
          <a:xfrm flipV="1">
            <a:off x="7647745" y="11624655"/>
            <a:ext cx="12700" cy="1433089"/>
          </a:xfrm>
          <a:prstGeom prst="bentConnector3">
            <a:avLst>
              <a:gd name="adj1" fmla="val 3057142"/>
            </a:avLst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918C2806-716C-1DF0-EE0E-DE93C7C9828F}"/>
              </a:ext>
            </a:extLst>
          </p:cNvPr>
          <p:cNvSpPr txBox="1">
            <a:spLocks/>
          </p:cNvSpPr>
          <p:nvPr/>
        </p:nvSpPr>
        <p:spPr>
          <a:xfrm>
            <a:off x="7690533" y="12688412"/>
            <a:ext cx="33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F82D048-2C8E-89E8-083F-25E102C7FD2D}"/>
              </a:ext>
            </a:extLst>
          </p:cNvPr>
          <p:cNvSpPr txBox="1">
            <a:spLocks/>
          </p:cNvSpPr>
          <p:nvPr/>
        </p:nvSpPr>
        <p:spPr>
          <a:xfrm>
            <a:off x="6518730" y="13735307"/>
            <a:ext cx="1504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</a:t>
            </a:r>
            <a:r>
              <a:rPr lang="en-US" b="1" dirty="0"/>
              <a:t>/</a:t>
            </a:r>
            <a:r>
              <a:rPr lang="en-US" dirty="0"/>
              <a:t> seg = 0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6960EF7-695E-E846-09F1-32D32C6DF050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13885262" y="9311672"/>
            <a:ext cx="55373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1504B1E8-2406-6468-216C-F363178EC3C6}"/>
              </a:ext>
            </a:extLst>
          </p:cNvPr>
          <p:cNvCxnSpPr>
            <a:cxnSpLocks/>
          </p:cNvCxnSpPr>
          <p:nvPr/>
        </p:nvCxnSpPr>
        <p:spPr>
          <a:xfrm>
            <a:off x="6655707" y="14122401"/>
            <a:ext cx="7783287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C0E0445E-22B2-FF2A-A021-725475B21EA9}"/>
              </a:ext>
            </a:extLst>
          </p:cNvPr>
          <p:cNvCxnSpPr>
            <a:cxnSpLocks/>
            <a:stCxn id="35" idx="2"/>
          </p:cNvCxnSpPr>
          <p:nvPr/>
        </p:nvCxnSpPr>
        <p:spPr>
          <a:xfrm>
            <a:off x="6655707" y="13497691"/>
            <a:ext cx="0" cy="62461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Flowchart: Process 66">
            <a:extLst>
              <a:ext uri="{FF2B5EF4-FFF2-40B4-BE49-F238E27FC236}">
                <a16:creationId xmlns:a16="http://schemas.microsoft.com/office/drawing/2014/main" id="{958C66EE-F9D4-2947-AAC8-EDDFCB1B3DD5}"/>
              </a:ext>
            </a:extLst>
          </p:cNvPr>
          <p:cNvSpPr/>
          <p:nvPr/>
        </p:nvSpPr>
        <p:spPr>
          <a:xfrm>
            <a:off x="8627081" y="12380374"/>
            <a:ext cx="2215775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| IMU Heading | ≥ 2</a:t>
            </a:r>
            <a:r>
              <a:rPr lang="el-GR" dirty="0"/>
              <a:t>π</a:t>
            </a:r>
            <a:r>
              <a:rPr lang="en-US" dirty="0"/>
              <a:t> </a:t>
            </a:r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A58782CF-E8D9-0679-22A0-744AD9AC7E8B}"/>
              </a:ext>
            </a:extLst>
          </p:cNvPr>
          <p:cNvCxnSpPr>
            <a:cxnSpLocks/>
          </p:cNvCxnSpPr>
          <p:nvPr/>
        </p:nvCxnSpPr>
        <p:spPr>
          <a:xfrm flipH="1">
            <a:off x="9029700" y="13260268"/>
            <a:ext cx="907" cy="86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F7349663-9604-4E3A-6443-77469441B638}"/>
              </a:ext>
            </a:extLst>
          </p:cNvPr>
          <p:cNvCxnSpPr>
            <a:cxnSpLocks/>
          </p:cNvCxnSpPr>
          <p:nvPr/>
        </p:nvCxnSpPr>
        <p:spPr>
          <a:xfrm flipH="1">
            <a:off x="10433050" y="13260268"/>
            <a:ext cx="907" cy="86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83000B55-035C-2AF1-69DE-9F6891BD1C21}"/>
              </a:ext>
            </a:extLst>
          </p:cNvPr>
          <p:cNvSpPr txBox="1">
            <a:spLocks/>
          </p:cNvSpPr>
          <p:nvPr/>
        </p:nvSpPr>
        <p:spPr>
          <a:xfrm>
            <a:off x="8160278" y="13342909"/>
            <a:ext cx="921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</a:t>
            </a:r>
            <a:r>
              <a:rPr lang="en-US" b="1" dirty="0"/>
              <a:t>/</a:t>
            </a:r>
            <a:r>
              <a:rPr lang="en-US" dirty="0"/>
              <a:t>     seg = 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662512A-64F5-1D38-DB82-1F5836E73CF4}"/>
              </a:ext>
            </a:extLst>
          </p:cNvPr>
          <p:cNvSpPr txBox="1">
            <a:spLocks/>
          </p:cNvSpPr>
          <p:nvPr/>
        </p:nvSpPr>
        <p:spPr>
          <a:xfrm>
            <a:off x="9546897" y="13350548"/>
            <a:ext cx="921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</a:t>
            </a:r>
            <a:r>
              <a:rPr lang="en-US" b="1" dirty="0"/>
              <a:t>/</a:t>
            </a:r>
            <a:r>
              <a:rPr lang="en-US" dirty="0"/>
              <a:t>     seg = 2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6B792014-3362-E438-EB76-D1DA891C529D}"/>
              </a:ext>
            </a:extLst>
          </p:cNvPr>
          <p:cNvCxnSpPr>
            <a:cxnSpLocks/>
            <a:stCxn id="19" idx="2"/>
            <a:endCxn id="67" idx="0"/>
          </p:cNvCxnSpPr>
          <p:nvPr/>
        </p:nvCxnSpPr>
        <p:spPr>
          <a:xfrm flipH="1">
            <a:off x="9734969" y="12064602"/>
            <a:ext cx="1394" cy="3157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Flowchart: Process 76">
            <a:extLst>
              <a:ext uri="{FF2B5EF4-FFF2-40B4-BE49-F238E27FC236}">
                <a16:creationId xmlns:a16="http://schemas.microsoft.com/office/drawing/2014/main" id="{2E7EF030-8F5B-B683-D3D6-CDDC8F77B162}"/>
              </a:ext>
            </a:extLst>
          </p:cNvPr>
          <p:cNvSpPr/>
          <p:nvPr/>
        </p:nvSpPr>
        <p:spPr>
          <a:xfrm>
            <a:off x="11306936" y="12380374"/>
            <a:ext cx="2992358" cy="879894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/>
              <a:t>Observer Position ≥ 1000mm </a:t>
            </a:r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43F969FD-F293-12AE-623E-888B11657B9E}"/>
              </a:ext>
            </a:extLst>
          </p:cNvPr>
          <p:cNvCxnSpPr>
            <a:cxnSpLocks/>
          </p:cNvCxnSpPr>
          <p:nvPr/>
        </p:nvCxnSpPr>
        <p:spPr>
          <a:xfrm flipH="1">
            <a:off x="12096419" y="13260268"/>
            <a:ext cx="907" cy="86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EFC1791C-8C49-84EA-A153-094DCD0F9563}"/>
              </a:ext>
            </a:extLst>
          </p:cNvPr>
          <p:cNvCxnSpPr>
            <a:cxnSpLocks/>
          </p:cNvCxnSpPr>
          <p:nvPr/>
        </p:nvCxnSpPr>
        <p:spPr>
          <a:xfrm flipH="1">
            <a:off x="13499769" y="13260268"/>
            <a:ext cx="907" cy="86203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31549401-5661-7397-3C17-F9C5899A5202}"/>
              </a:ext>
            </a:extLst>
          </p:cNvPr>
          <p:cNvSpPr txBox="1">
            <a:spLocks/>
          </p:cNvSpPr>
          <p:nvPr/>
        </p:nvSpPr>
        <p:spPr>
          <a:xfrm>
            <a:off x="11226997" y="13342909"/>
            <a:ext cx="921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 </a:t>
            </a:r>
            <a:r>
              <a:rPr lang="en-US" b="1" dirty="0"/>
              <a:t>/</a:t>
            </a:r>
            <a:r>
              <a:rPr lang="en-US" dirty="0"/>
              <a:t>     seg = 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716A9D7-66DB-C3D3-7C5C-5C60104B3C7E}"/>
              </a:ext>
            </a:extLst>
          </p:cNvPr>
          <p:cNvSpPr txBox="1">
            <a:spLocks/>
          </p:cNvSpPr>
          <p:nvPr/>
        </p:nvSpPr>
        <p:spPr>
          <a:xfrm>
            <a:off x="12613616" y="13350548"/>
            <a:ext cx="9211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 </a:t>
            </a:r>
            <a:r>
              <a:rPr lang="en-US" b="1" dirty="0"/>
              <a:t>/</a:t>
            </a:r>
            <a:r>
              <a:rPr lang="en-US" dirty="0"/>
              <a:t>     seg = 3</a:t>
            </a:r>
          </a:p>
        </p:txBody>
      </p: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15C8474D-828C-5513-B9D0-E4BD115C317C}"/>
              </a:ext>
            </a:extLst>
          </p:cNvPr>
          <p:cNvCxnSpPr>
            <a:cxnSpLocks/>
            <a:stCxn id="20" idx="2"/>
            <a:endCxn id="77" idx="0"/>
          </p:cNvCxnSpPr>
          <p:nvPr/>
        </p:nvCxnSpPr>
        <p:spPr>
          <a:xfrm>
            <a:off x="12802925" y="12064602"/>
            <a:ext cx="190" cy="315772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454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9650717-A362-450F-8451-405A4A6DED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578834"/>
              </p:ext>
            </p:extLst>
          </p:nvPr>
        </p:nvGraphicFramePr>
        <p:xfrm>
          <a:off x="600018" y="555354"/>
          <a:ext cx="3429000" cy="60402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4138334314"/>
                    </a:ext>
                  </a:extLst>
                </a:gridCol>
              </a:tblGrid>
              <a:tr h="55389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700" b="1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Task Name</a:t>
                      </a:r>
                    </a:p>
                  </a:txBody>
                  <a:tcPr marL="137160" marR="137160" marT="68580" marB="6858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03903"/>
                  </a:ext>
                </a:extLst>
              </a:tr>
              <a:tr h="5486400">
                <a:tc>
                  <a:txBody>
                    <a:bodyPr/>
                    <a:lstStyle/>
                    <a:p>
                      <a:pPr>
                        <a:tabLst>
                          <a:tab pos="687388" algn="l"/>
                        </a:tabLst>
                      </a:pPr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Priority:  	#</a:t>
                      </a:r>
                    </a:p>
                    <a:p>
                      <a:pPr marL="0" algn="l" defTabSz="914400" rtl="0" eaLnBrk="1" latinLnBrk="0" hangingPunct="1">
                        <a:tabLst>
                          <a:tab pos="687388" algn="l"/>
                        </a:tabLst>
                      </a:pPr>
                      <a:r>
                        <a:rPr lang="en-US" sz="2100" kern="12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Period: 	# ms</a:t>
                      </a:r>
                    </a:p>
                    <a:p>
                      <a:endParaRPr lang="en-US" sz="21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Description: </a:t>
                      </a:r>
                    </a:p>
                    <a:p>
                      <a:r>
                        <a:rPr lang="en-US" sz="21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</a:t>
                      </a:r>
                    </a:p>
                  </a:txBody>
                  <a:tcPr marL="137160" marR="137160" marT="68580" marB="68580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7663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548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2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802</TotalTime>
  <Words>1381</Words>
  <Application>Microsoft Office PowerPoint</Application>
  <PresentationFormat>Custom</PresentationFormat>
  <Paragraphs>355</Paragraphs>
  <Slides>10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Caiden Logan Bonney</dc:creator>
  <cp:lastModifiedBy>Antonio Ventimiglia</cp:lastModifiedBy>
  <cp:revision>1</cp:revision>
  <dcterms:created xsi:type="dcterms:W3CDTF">2025-10-15T01:08:24Z</dcterms:created>
  <dcterms:modified xsi:type="dcterms:W3CDTF">2025-11-29T09:24:42Z</dcterms:modified>
</cp:coreProperties>
</file>