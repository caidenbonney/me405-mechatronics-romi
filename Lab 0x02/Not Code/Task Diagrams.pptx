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4" r:id="rId4"/>
    <p:sldId id="265" r:id="rId5"/>
    <p:sldId id="261" r:id="rId6"/>
    <p:sldId id="257" r:id="rId7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sk Diagram" id="{15D29FBA-D0D9-48BB-8EDE-0F316D4C9A33}">
          <p14:sldIdLst>
            <p14:sldId id="256"/>
          </p14:sldIdLst>
        </p14:section>
        <p14:section name="State Diagrams" id="{07E2DF7B-D0B7-415B-9658-B34D30CA06EA}">
          <p14:sldIdLst>
            <p14:sldId id="260"/>
            <p14:sldId id="264"/>
            <p14:sldId id="265"/>
            <p14:sldId id="261"/>
          </p14:sldIdLst>
        </p14:section>
        <p14:section name="Saved Shapes" id="{B7D62B2D-327E-4926-BBB9-2B1EEAFC3CF5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C17F89-33B6-4919-BEE0-65E26FC9F0D5}" v="1" dt="2025-10-23T06:57:48.665"/>
    <p1510:client id="{8A12D075-F326-42B6-A869-C9717E69B73F}" v="2962" dt="2025-10-23T11:07:38.852"/>
    <p1510:client id="{D43B2366-D945-F647-ACF5-2CF7D6078A52}" v="14" dt="2025-10-22T22:39:45.2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5760"/>
        <p:guide pos="57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Ventimiglia" userId="03aeda83-a99b-4171-85e0-a45cfa8724cf" providerId="ADAL" clId="{D43B2366-D945-F647-ACF5-2CF7D6078A52}"/>
    <pc:docChg chg="undo custSel modSld">
      <pc:chgData name="Antonio Ventimiglia" userId="03aeda83-a99b-4171-85e0-a45cfa8724cf" providerId="ADAL" clId="{D43B2366-D945-F647-ACF5-2CF7D6078A52}" dt="2025-10-22T22:39:00.947" v="205" actId="14100"/>
      <pc:docMkLst>
        <pc:docMk/>
      </pc:docMkLst>
      <pc:sldChg chg="addSp delSp modSp mod">
        <pc:chgData name="Antonio Ventimiglia" userId="03aeda83-a99b-4171-85e0-a45cfa8724cf" providerId="ADAL" clId="{D43B2366-D945-F647-ACF5-2CF7D6078A52}" dt="2025-10-22T22:39:00.947" v="205" actId="14100"/>
        <pc:sldMkLst>
          <pc:docMk/>
          <pc:sldMk cId="574269560" sldId="256"/>
        </pc:sldMkLst>
        <pc:spChg chg="add mod">
          <ac:chgData name="Antonio Ventimiglia" userId="03aeda83-a99b-4171-85e0-a45cfa8724cf" providerId="ADAL" clId="{D43B2366-D945-F647-ACF5-2CF7D6078A52}" dt="2025-10-22T22:38:15.422" v="199" actId="1076"/>
          <ac:spMkLst>
            <pc:docMk/>
            <pc:sldMk cId="574269560" sldId="256"/>
            <ac:spMk id="3" creationId="{2E26F76A-AD1F-4F7F-6DCC-9B0FE2573C9D}"/>
          </ac:spMkLst>
        </pc:spChg>
        <pc:spChg chg="add mod">
          <ac:chgData name="Antonio Ventimiglia" userId="03aeda83-a99b-4171-85e0-a45cfa8724cf" providerId="ADAL" clId="{D43B2366-D945-F647-ACF5-2CF7D6078A52}" dt="2025-10-22T22:38:21.635" v="201" actId="1076"/>
          <ac:spMkLst>
            <pc:docMk/>
            <pc:sldMk cId="574269560" sldId="256"/>
            <ac:spMk id="35" creationId="{A03A0FA8-A5BF-3887-D2E7-716548395B66}"/>
          </ac:spMkLst>
        </pc:spChg>
        <pc:spChg chg="mod">
          <ac:chgData name="Antonio Ventimiglia" userId="03aeda83-a99b-4171-85e0-a45cfa8724cf" providerId="ADAL" clId="{D43B2366-D945-F647-ACF5-2CF7D6078A52}" dt="2025-10-22T22:30:37.394" v="158"/>
          <ac:spMkLst>
            <pc:docMk/>
            <pc:sldMk cId="574269560" sldId="256"/>
            <ac:spMk id="56" creationId="{8413981D-E1D0-CFDB-D827-95CF26D65E4E}"/>
          </ac:spMkLst>
        </pc:spChg>
        <pc:spChg chg="mod">
          <ac:chgData name="Antonio Ventimiglia" userId="03aeda83-a99b-4171-85e0-a45cfa8724cf" providerId="ADAL" clId="{D43B2366-D945-F647-ACF5-2CF7D6078A52}" dt="2025-10-22T22:30:39.392" v="159"/>
          <ac:spMkLst>
            <pc:docMk/>
            <pc:sldMk cId="574269560" sldId="256"/>
            <ac:spMk id="58" creationId="{9340C4AE-6F84-9206-A3FB-EC7A3169C06A}"/>
          </ac:spMkLst>
        </pc:spChg>
        <pc:spChg chg="mod">
          <ac:chgData name="Antonio Ventimiglia" userId="03aeda83-a99b-4171-85e0-a45cfa8724cf" providerId="ADAL" clId="{D43B2366-D945-F647-ACF5-2CF7D6078A52}" dt="2025-10-22T22:30:44.769" v="160"/>
          <ac:spMkLst>
            <pc:docMk/>
            <pc:sldMk cId="574269560" sldId="256"/>
            <ac:spMk id="60" creationId="{6A0FA854-DD7E-EB02-6CDB-73F88C627918}"/>
          </ac:spMkLst>
        </pc:spChg>
        <pc:spChg chg="mod">
          <ac:chgData name="Antonio Ventimiglia" userId="03aeda83-a99b-4171-85e0-a45cfa8724cf" providerId="ADAL" clId="{D43B2366-D945-F647-ACF5-2CF7D6078A52}" dt="2025-10-22T22:30:04.233" v="157" actId="20577"/>
          <ac:spMkLst>
            <pc:docMk/>
            <pc:sldMk cId="574269560" sldId="256"/>
            <ac:spMk id="62" creationId="{6EAE39E3-4940-9F9B-1128-6158EC6BE6B1}"/>
          </ac:spMkLst>
        </pc:spChg>
        <pc:graphicFrameChg chg="mod modGraphic">
          <ac:chgData name="Antonio Ventimiglia" userId="03aeda83-a99b-4171-85e0-a45cfa8724cf" providerId="ADAL" clId="{D43B2366-D945-F647-ACF5-2CF7D6078A52}" dt="2025-10-22T22:38:54.324" v="203" actId="1076"/>
          <ac:graphicFrameMkLst>
            <pc:docMk/>
            <pc:sldMk cId="574269560" sldId="256"/>
            <ac:graphicFrameMk id="25" creationId="{96048A20-ADCB-004D-8C97-838D912EF69B}"/>
          </ac:graphicFrameMkLst>
        </pc:graphicFrameChg>
        <pc:cxnChg chg="add mod">
          <ac:chgData name="Antonio Ventimiglia" userId="03aeda83-a99b-4171-85e0-a45cfa8724cf" providerId="ADAL" clId="{D43B2366-D945-F647-ACF5-2CF7D6078A52}" dt="2025-10-22T22:16:05.107" v="70" actId="13822"/>
          <ac:cxnSpMkLst>
            <pc:docMk/>
            <pc:sldMk cId="574269560" sldId="256"/>
            <ac:cxnSpMk id="2" creationId="{33CBA192-AC19-EC91-CD5F-AE282BF63AAA}"/>
          </ac:cxnSpMkLst>
        </pc:cxnChg>
        <pc:cxnChg chg="add del mod">
          <ac:chgData name="Antonio Ventimiglia" userId="03aeda83-a99b-4171-85e0-a45cfa8724cf" providerId="ADAL" clId="{D43B2366-D945-F647-ACF5-2CF7D6078A52}" dt="2025-10-22T22:15:35.029" v="65" actId="478"/>
          <ac:cxnSpMkLst>
            <pc:docMk/>
            <pc:sldMk cId="574269560" sldId="256"/>
            <ac:cxnSpMk id="4" creationId="{555D21ED-32FE-BC05-DCB4-4F84F2BDD619}"/>
          </ac:cxnSpMkLst>
        </pc:cxnChg>
        <pc:cxnChg chg="add mod">
          <ac:chgData name="Antonio Ventimiglia" userId="03aeda83-a99b-4171-85e0-a45cfa8724cf" providerId="ADAL" clId="{D43B2366-D945-F647-ACF5-2CF7D6078A52}" dt="2025-10-22T22:35:06.992" v="166" actId="14100"/>
          <ac:cxnSpMkLst>
            <pc:docMk/>
            <pc:sldMk cId="574269560" sldId="256"/>
            <ac:cxnSpMk id="20" creationId="{5F7D127B-7F59-08E9-F47D-C273F3E79E08}"/>
          </ac:cxnSpMkLst>
        </pc:cxnChg>
        <pc:cxnChg chg="add mod">
          <ac:chgData name="Antonio Ventimiglia" userId="03aeda83-a99b-4171-85e0-a45cfa8724cf" providerId="ADAL" clId="{D43B2366-D945-F647-ACF5-2CF7D6078A52}" dt="2025-10-22T22:35:55.357" v="172" actId="14100"/>
          <ac:cxnSpMkLst>
            <pc:docMk/>
            <pc:sldMk cId="574269560" sldId="256"/>
            <ac:cxnSpMk id="21" creationId="{A92F6BFE-3CCA-EC19-7E3E-E16B99F8EBDB}"/>
          </ac:cxnSpMkLst>
        </pc:cxnChg>
        <pc:cxnChg chg="add mod">
          <ac:chgData name="Antonio Ventimiglia" userId="03aeda83-a99b-4171-85e0-a45cfa8724cf" providerId="ADAL" clId="{D43B2366-D945-F647-ACF5-2CF7D6078A52}" dt="2025-10-22T22:35:29.381" v="169" actId="14100"/>
          <ac:cxnSpMkLst>
            <pc:docMk/>
            <pc:sldMk cId="574269560" sldId="256"/>
            <ac:cxnSpMk id="31" creationId="{12A9A1B2-F093-F076-5E93-7CFE06AEF62B}"/>
          </ac:cxnSpMkLst>
        </pc:cxnChg>
        <pc:cxnChg chg="add del mod">
          <ac:chgData name="Antonio Ventimiglia" userId="03aeda83-a99b-4171-85e0-a45cfa8724cf" providerId="ADAL" clId="{D43B2366-D945-F647-ACF5-2CF7D6078A52}" dt="2025-10-22T22:19:54.223" v="95" actId="478"/>
          <ac:cxnSpMkLst>
            <pc:docMk/>
            <pc:sldMk cId="574269560" sldId="256"/>
            <ac:cxnSpMk id="34" creationId="{5C7FA1B2-53B4-D85E-8ECB-52F9A2A5CF54}"/>
          </ac:cxnSpMkLst>
        </pc:cxnChg>
        <pc:cxnChg chg="add del mod">
          <ac:chgData name="Antonio Ventimiglia" userId="03aeda83-a99b-4171-85e0-a45cfa8724cf" providerId="ADAL" clId="{D43B2366-D945-F647-ACF5-2CF7D6078A52}" dt="2025-10-22T22:20:12.376" v="102" actId="478"/>
          <ac:cxnSpMkLst>
            <pc:docMk/>
            <pc:sldMk cId="574269560" sldId="256"/>
            <ac:cxnSpMk id="36" creationId="{1A7D3C1B-94F1-F1A5-C621-9C2553822D73}"/>
          </ac:cxnSpMkLst>
        </pc:cxnChg>
        <pc:cxnChg chg="add mod">
          <ac:chgData name="Antonio Ventimiglia" userId="03aeda83-a99b-4171-85e0-a45cfa8724cf" providerId="ADAL" clId="{D43B2366-D945-F647-ACF5-2CF7D6078A52}" dt="2025-10-22T22:39:00.947" v="205" actId="14100"/>
          <ac:cxnSpMkLst>
            <pc:docMk/>
            <pc:sldMk cId="574269560" sldId="256"/>
            <ac:cxnSpMk id="43" creationId="{19DDC5FB-D62F-31E2-B58A-9D0C887D1FEC}"/>
          </ac:cxnSpMkLst>
        </pc:cxnChg>
        <pc:cxnChg chg="add del mod">
          <ac:chgData name="Antonio Ventimiglia" userId="03aeda83-a99b-4171-85e0-a45cfa8724cf" providerId="ADAL" clId="{D43B2366-D945-F647-ACF5-2CF7D6078A52}" dt="2025-10-22T22:20:27.255" v="108" actId="478"/>
          <ac:cxnSpMkLst>
            <pc:docMk/>
            <pc:sldMk cId="574269560" sldId="256"/>
            <ac:cxnSpMk id="52" creationId="{F3127068-6FC0-AD6F-CEA4-AABAA9CB5965}"/>
          </ac:cxnSpMkLst>
        </pc:cxnChg>
        <pc:cxnChg chg="add del mod">
          <ac:chgData name="Antonio Ventimiglia" userId="03aeda83-a99b-4171-85e0-a45cfa8724cf" providerId="ADAL" clId="{D43B2366-D945-F647-ACF5-2CF7D6078A52}" dt="2025-10-22T22:36:07.297" v="177" actId="478"/>
          <ac:cxnSpMkLst>
            <pc:docMk/>
            <pc:sldMk cId="574269560" sldId="256"/>
            <ac:cxnSpMk id="53" creationId="{236721BE-C40F-A2A5-4F1C-60BA11701D36}"/>
          </ac:cxnSpMkLst>
        </pc:cxnChg>
        <pc:cxnChg chg="add mod">
          <ac:chgData name="Antonio Ventimiglia" userId="03aeda83-a99b-4171-85e0-a45cfa8724cf" providerId="ADAL" clId="{D43B2366-D945-F647-ACF5-2CF7D6078A52}" dt="2025-10-22T22:37:46.805" v="193" actId="14100"/>
          <ac:cxnSpMkLst>
            <pc:docMk/>
            <pc:sldMk cId="574269560" sldId="256"/>
            <ac:cxnSpMk id="65" creationId="{6D269738-75E8-FCFA-F23A-16EA0B675334}"/>
          </ac:cxnSpMkLst>
        </pc:cxnChg>
        <pc:cxnChg chg="add mod">
          <ac:chgData name="Antonio Ventimiglia" userId="03aeda83-a99b-4171-85e0-a45cfa8724cf" providerId="ADAL" clId="{D43B2366-D945-F647-ACF5-2CF7D6078A52}" dt="2025-10-22T22:38:58.325" v="204" actId="1076"/>
          <ac:cxnSpMkLst>
            <pc:docMk/>
            <pc:sldMk cId="574269560" sldId="256"/>
            <ac:cxnSpMk id="79" creationId="{D6DD256A-4892-2751-F9C6-6822335D1C2A}"/>
          </ac:cxnSpMkLst>
        </pc:cxnChg>
        <pc:cxnChg chg="add mod">
          <ac:chgData name="Antonio Ventimiglia" userId="03aeda83-a99b-4171-85e0-a45cfa8724cf" providerId="ADAL" clId="{D43B2366-D945-F647-ACF5-2CF7D6078A52}" dt="2025-10-22T22:37:16.376" v="190" actId="14100"/>
          <ac:cxnSpMkLst>
            <pc:docMk/>
            <pc:sldMk cId="574269560" sldId="256"/>
            <ac:cxnSpMk id="83" creationId="{9FB01EDF-6251-F157-F77C-7071F65FC4CF}"/>
          </ac:cxnSpMkLst>
        </pc:cxnChg>
      </pc:sldChg>
    </pc:docChg>
  </pc:docChgLst>
  <pc:docChgLst>
    <pc:chgData name="Antonio Ventimiglia" userId="03aeda83-a99b-4171-85e0-a45cfa8724cf" providerId="ADAL" clId="{EAEAD219-5304-447D-B2A9-A546B653A120}"/>
    <pc:docChg chg="modSld">
      <pc:chgData name="Antonio Ventimiglia" userId="03aeda83-a99b-4171-85e0-a45cfa8724cf" providerId="ADAL" clId="{EAEAD219-5304-447D-B2A9-A546B653A120}" dt="2025-10-23T05:59:35.432" v="16" actId="20577"/>
      <pc:docMkLst>
        <pc:docMk/>
      </pc:docMkLst>
      <pc:sldChg chg="modSp mod">
        <pc:chgData name="Antonio Ventimiglia" userId="03aeda83-a99b-4171-85e0-a45cfa8724cf" providerId="ADAL" clId="{EAEAD219-5304-447D-B2A9-A546B653A120}" dt="2025-10-23T05:59:35.432" v="16" actId="20577"/>
        <pc:sldMkLst>
          <pc:docMk/>
          <pc:sldMk cId="574269560" sldId="256"/>
        </pc:sldMkLst>
        <pc:graphicFrameChg chg="modGraphic">
          <ac:chgData name="Antonio Ventimiglia" userId="03aeda83-a99b-4171-85e0-a45cfa8724cf" providerId="ADAL" clId="{EAEAD219-5304-447D-B2A9-A546B653A120}" dt="2025-10-23T05:45:23.165" v="7" actId="20577"/>
          <ac:graphicFrameMkLst>
            <pc:docMk/>
            <pc:sldMk cId="574269560" sldId="256"/>
            <ac:graphicFrameMk id="17" creationId="{EF5DEE46-65E8-254C-2218-6A031D6DC95D}"/>
          </ac:graphicFrameMkLst>
        </pc:graphicFrameChg>
        <pc:graphicFrameChg chg="modGraphic">
          <ac:chgData name="Antonio Ventimiglia" userId="03aeda83-a99b-4171-85e0-a45cfa8724cf" providerId="ADAL" clId="{EAEAD219-5304-447D-B2A9-A546B653A120}" dt="2025-10-23T05:59:27.047" v="11" actId="20577"/>
          <ac:graphicFrameMkLst>
            <pc:docMk/>
            <pc:sldMk cId="574269560" sldId="256"/>
            <ac:graphicFrameMk id="23" creationId="{75F62C96-BA97-DCD2-ECCC-689F209E205E}"/>
          </ac:graphicFrameMkLst>
        </pc:graphicFrameChg>
        <pc:graphicFrameChg chg="modGraphic">
          <ac:chgData name="Antonio Ventimiglia" userId="03aeda83-a99b-4171-85e0-a45cfa8724cf" providerId="ADAL" clId="{EAEAD219-5304-447D-B2A9-A546B653A120}" dt="2025-10-23T05:59:35.432" v="16" actId="20577"/>
          <ac:graphicFrameMkLst>
            <pc:docMk/>
            <pc:sldMk cId="574269560" sldId="256"/>
            <ac:graphicFrameMk id="24" creationId="{CBA882C6-1FC3-8D46-A861-FD5DBC39DF0A}"/>
          </ac:graphicFrameMkLst>
        </pc:graphicFrameChg>
      </pc:sldChg>
    </pc:docChg>
  </pc:docChgLst>
  <pc:docChgLst>
    <pc:chgData name="Caiden Logan Bonney" userId="d2c7f582-b6d3-4603-804b-a62bd6debacb" providerId="ADAL" clId="{515D5F93-BBD7-498A-9752-B7B95BE29ED0}"/>
    <pc:docChg chg="undo redo custSel mod addSld delSld modSld sldOrd modMainMaster addSection modSection">
      <pc:chgData name="Caiden Logan Bonney" userId="d2c7f582-b6d3-4603-804b-a62bd6debacb" providerId="ADAL" clId="{515D5F93-BBD7-498A-9752-B7B95BE29ED0}" dt="2025-10-23T11:07:38.852" v="4681" actId="27636"/>
      <pc:docMkLst>
        <pc:docMk/>
      </pc:docMkLst>
      <pc:sldChg chg="addSp delSp modSp new mod setBg modClrScheme chgLayout">
        <pc:chgData name="Caiden Logan Bonney" userId="d2c7f582-b6d3-4603-804b-a62bd6debacb" providerId="ADAL" clId="{515D5F93-BBD7-498A-9752-B7B95BE29ED0}" dt="2025-10-15T02:45:24.884" v="1178" actId="1076"/>
        <pc:sldMkLst>
          <pc:docMk/>
          <pc:sldMk cId="574269560" sldId="256"/>
        </pc:sldMkLst>
        <pc:spChg chg="mod topLvl">
          <ac:chgData name="Caiden Logan Bonney" userId="d2c7f582-b6d3-4603-804b-a62bd6debacb" providerId="ADAL" clId="{515D5F93-BBD7-498A-9752-B7B95BE29ED0}" dt="2025-10-15T02:45:24.884" v="1178" actId="1076"/>
          <ac:spMkLst>
            <pc:docMk/>
            <pc:sldMk cId="574269560" sldId="256"/>
            <ac:spMk id="39" creationId="{173F861E-55D2-55A1-0DCF-75187F1FD0DA}"/>
          </ac:spMkLst>
        </pc:spChg>
        <pc:spChg chg="mod topLvl">
          <ac:chgData name="Caiden Logan Bonney" userId="d2c7f582-b6d3-4603-804b-a62bd6debacb" providerId="ADAL" clId="{515D5F93-BBD7-498A-9752-B7B95BE29ED0}" dt="2025-10-15T02:45:24.884" v="1178" actId="1076"/>
          <ac:spMkLst>
            <pc:docMk/>
            <pc:sldMk cId="574269560" sldId="256"/>
            <ac:spMk id="42" creationId="{A47EE571-F4A4-B45D-5ADC-CE48AEE97E8A}"/>
          </ac:spMkLst>
        </pc:spChg>
        <pc:spChg chg="mod topLvl">
          <ac:chgData name="Caiden Logan Bonney" userId="d2c7f582-b6d3-4603-804b-a62bd6debacb" providerId="ADAL" clId="{515D5F93-BBD7-498A-9752-B7B95BE29ED0}" dt="2025-10-15T02:45:24.884" v="1178" actId="1076"/>
          <ac:spMkLst>
            <pc:docMk/>
            <pc:sldMk cId="574269560" sldId="256"/>
            <ac:spMk id="45" creationId="{BE033E11-9A59-62D2-7904-327CCA4A8D53}"/>
          </ac:spMkLst>
        </pc:spChg>
        <pc:spChg chg="mod topLvl">
          <ac:chgData name="Caiden Logan Bonney" userId="d2c7f582-b6d3-4603-804b-a62bd6debacb" providerId="ADAL" clId="{515D5F93-BBD7-498A-9752-B7B95BE29ED0}" dt="2025-10-15T02:45:24.884" v="1178" actId="1076"/>
          <ac:spMkLst>
            <pc:docMk/>
            <pc:sldMk cId="574269560" sldId="256"/>
            <ac:spMk id="48" creationId="{E9A427DA-75FE-62E1-6F3B-8FA0B6AF9597}"/>
          </ac:spMkLst>
        </pc:spChg>
        <pc:spChg chg="add mod">
          <ac:chgData name="Caiden Logan Bonney" userId="d2c7f582-b6d3-4603-804b-a62bd6debacb" providerId="ADAL" clId="{515D5F93-BBD7-498A-9752-B7B95BE29ED0}" dt="2025-10-15T02:45:24.884" v="1178" actId="1076"/>
          <ac:spMkLst>
            <pc:docMk/>
            <pc:sldMk cId="574269560" sldId="256"/>
            <ac:spMk id="50" creationId="{F2DA9C21-73E3-D3E9-4813-B0A2BD0A0D7F}"/>
          </ac:spMkLst>
        </pc:spChg>
        <pc:spChg chg="add mod">
          <ac:chgData name="Caiden Logan Bonney" userId="d2c7f582-b6d3-4603-804b-a62bd6debacb" providerId="ADAL" clId="{515D5F93-BBD7-498A-9752-B7B95BE29ED0}" dt="2025-10-15T02:45:24.884" v="1178" actId="1076"/>
          <ac:spMkLst>
            <pc:docMk/>
            <pc:sldMk cId="574269560" sldId="256"/>
            <ac:spMk id="56" creationId="{8413981D-E1D0-CFDB-D827-95CF26D65E4E}"/>
          </ac:spMkLst>
        </pc:spChg>
        <pc:spChg chg="add mod">
          <ac:chgData name="Caiden Logan Bonney" userId="d2c7f582-b6d3-4603-804b-a62bd6debacb" providerId="ADAL" clId="{515D5F93-BBD7-498A-9752-B7B95BE29ED0}" dt="2025-10-15T02:45:24.884" v="1178" actId="1076"/>
          <ac:spMkLst>
            <pc:docMk/>
            <pc:sldMk cId="574269560" sldId="256"/>
            <ac:spMk id="58" creationId="{9340C4AE-6F84-9206-A3FB-EC7A3169C06A}"/>
          </ac:spMkLst>
        </pc:spChg>
        <pc:spChg chg="add mod">
          <ac:chgData name="Caiden Logan Bonney" userId="d2c7f582-b6d3-4603-804b-a62bd6debacb" providerId="ADAL" clId="{515D5F93-BBD7-498A-9752-B7B95BE29ED0}" dt="2025-10-15T02:45:24.884" v="1178" actId="1076"/>
          <ac:spMkLst>
            <pc:docMk/>
            <pc:sldMk cId="574269560" sldId="256"/>
            <ac:spMk id="60" creationId="{6A0FA854-DD7E-EB02-6CDB-73F88C627918}"/>
          </ac:spMkLst>
        </pc:spChg>
        <pc:spChg chg="add mod">
          <ac:chgData name="Caiden Logan Bonney" userId="d2c7f582-b6d3-4603-804b-a62bd6debacb" providerId="ADAL" clId="{515D5F93-BBD7-498A-9752-B7B95BE29ED0}" dt="2025-10-15T02:45:24.884" v="1178" actId="1076"/>
          <ac:spMkLst>
            <pc:docMk/>
            <pc:sldMk cId="574269560" sldId="256"/>
            <ac:spMk id="62" creationId="{6EAE39E3-4940-9F9B-1128-6158EC6BE6B1}"/>
          </ac:spMkLst>
        </pc:spChg>
        <pc:spChg chg="add mod">
          <ac:chgData name="Caiden Logan Bonney" userId="d2c7f582-b6d3-4603-804b-a62bd6debacb" providerId="ADAL" clId="{515D5F93-BBD7-498A-9752-B7B95BE29ED0}" dt="2025-10-15T02:45:24.884" v="1178" actId="1076"/>
          <ac:spMkLst>
            <pc:docMk/>
            <pc:sldMk cId="574269560" sldId="256"/>
            <ac:spMk id="64" creationId="{49DFE378-64B2-79AF-D8C1-BAD09A2C1C44}"/>
          </ac:spMkLst>
        </pc:spChg>
        <pc:graphicFrameChg chg="add mod modGraphic">
          <ac:chgData name="Caiden Logan Bonney" userId="d2c7f582-b6d3-4603-804b-a62bd6debacb" providerId="ADAL" clId="{515D5F93-BBD7-498A-9752-B7B95BE29ED0}" dt="2025-10-15T02:06:39.916" v="1037" actId="1076"/>
          <ac:graphicFrameMkLst>
            <pc:docMk/>
            <pc:sldMk cId="574269560" sldId="256"/>
            <ac:graphicFrameMk id="17" creationId="{EF5DEE46-65E8-254C-2218-6A031D6DC95D}"/>
          </ac:graphicFrameMkLst>
        </pc:graphicFrameChg>
        <pc:graphicFrameChg chg="add mod modGraphic">
          <ac:chgData name="Caiden Logan Bonney" userId="d2c7f582-b6d3-4603-804b-a62bd6debacb" providerId="ADAL" clId="{515D5F93-BBD7-498A-9752-B7B95BE29ED0}" dt="2025-10-15T01:42:45.284" v="708" actId="1038"/>
          <ac:graphicFrameMkLst>
            <pc:docMk/>
            <pc:sldMk cId="574269560" sldId="256"/>
            <ac:graphicFrameMk id="22" creationId="{DBD98F8F-BD55-169C-B76D-3D7D93C2277F}"/>
          </ac:graphicFrameMkLst>
        </pc:graphicFrameChg>
        <pc:graphicFrameChg chg="add mod">
          <ac:chgData name="Caiden Logan Bonney" userId="d2c7f582-b6d3-4603-804b-a62bd6debacb" providerId="ADAL" clId="{515D5F93-BBD7-498A-9752-B7B95BE29ED0}" dt="2025-10-15T01:42:45.284" v="708" actId="1038"/>
          <ac:graphicFrameMkLst>
            <pc:docMk/>
            <pc:sldMk cId="574269560" sldId="256"/>
            <ac:graphicFrameMk id="23" creationId="{75F62C96-BA97-DCD2-ECCC-689F209E205E}"/>
          </ac:graphicFrameMkLst>
        </pc:graphicFrameChg>
        <pc:graphicFrameChg chg="add mod modGraphic">
          <ac:chgData name="Caiden Logan Bonney" userId="d2c7f582-b6d3-4603-804b-a62bd6debacb" providerId="ADAL" clId="{515D5F93-BBD7-498A-9752-B7B95BE29ED0}" dt="2025-10-15T01:44:57.715" v="717" actId="20577"/>
          <ac:graphicFrameMkLst>
            <pc:docMk/>
            <pc:sldMk cId="574269560" sldId="256"/>
            <ac:graphicFrameMk id="24" creationId="{CBA882C6-1FC3-8D46-A861-FD5DBC39DF0A}"/>
          </ac:graphicFrameMkLst>
        </pc:graphicFrameChg>
        <pc:graphicFrameChg chg="add mod modGraphic">
          <ac:chgData name="Caiden Logan Bonney" userId="d2c7f582-b6d3-4603-804b-a62bd6debacb" providerId="ADAL" clId="{515D5F93-BBD7-498A-9752-B7B95BE29ED0}" dt="2025-10-15T02:04:44.491" v="1014" actId="1076"/>
          <ac:graphicFrameMkLst>
            <pc:docMk/>
            <pc:sldMk cId="574269560" sldId="256"/>
            <ac:graphicFrameMk id="25" creationId="{96048A20-ADCB-004D-8C97-838D912EF69B}"/>
          </ac:graphicFrameMkLst>
        </pc:graphicFrameChg>
        <pc:cxnChg chg="mod">
          <ac:chgData name="Caiden Logan Bonney" userId="d2c7f582-b6d3-4603-804b-a62bd6debacb" providerId="ADAL" clId="{515D5F93-BBD7-498A-9752-B7B95BE29ED0}" dt="2025-10-15T01:59:13.649" v="901" actId="1076"/>
          <ac:cxnSpMkLst>
            <pc:docMk/>
            <pc:sldMk cId="574269560" sldId="256"/>
            <ac:cxnSpMk id="38" creationId="{9C7A42F6-DD49-3EFB-7F98-206CF7C7E9EB}"/>
          </ac:cxnSpMkLst>
        </pc:cxnChg>
        <pc:cxnChg chg="mod">
          <ac:chgData name="Caiden Logan Bonney" userId="d2c7f582-b6d3-4603-804b-a62bd6debacb" providerId="ADAL" clId="{515D5F93-BBD7-498A-9752-B7B95BE29ED0}" dt="2025-10-15T01:52:44.577" v="849"/>
          <ac:cxnSpMkLst>
            <pc:docMk/>
            <pc:sldMk cId="574269560" sldId="256"/>
            <ac:cxnSpMk id="41" creationId="{A4BC7759-E783-3BE9-5763-8CE38D20400E}"/>
          </ac:cxnSpMkLst>
        </pc:cxnChg>
        <pc:cxnChg chg="mod topLvl">
          <ac:chgData name="Caiden Logan Bonney" userId="d2c7f582-b6d3-4603-804b-a62bd6debacb" providerId="ADAL" clId="{515D5F93-BBD7-498A-9752-B7B95BE29ED0}" dt="2025-10-15T02:05:19.608" v="1016" actId="165"/>
          <ac:cxnSpMkLst>
            <pc:docMk/>
            <pc:sldMk cId="574269560" sldId="256"/>
            <ac:cxnSpMk id="44" creationId="{9B4CE0BD-8B33-A948-252C-0B72CEC4D3E3}"/>
          </ac:cxnSpMkLst>
        </pc:cxnChg>
        <pc:cxnChg chg="mod topLvl">
          <ac:chgData name="Caiden Logan Bonney" userId="d2c7f582-b6d3-4603-804b-a62bd6debacb" providerId="ADAL" clId="{515D5F93-BBD7-498A-9752-B7B95BE29ED0}" dt="2025-10-15T02:06:40.519" v="1039" actId="14100"/>
          <ac:cxnSpMkLst>
            <pc:docMk/>
            <pc:sldMk cId="574269560" sldId="256"/>
            <ac:cxnSpMk id="47" creationId="{8CCF3F35-21D8-506D-3FF0-6D68518DDA29}"/>
          </ac:cxnSpMkLst>
        </pc:cxnChg>
        <pc:cxnChg chg="add mod">
          <ac:chgData name="Caiden Logan Bonney" userId="d2c7f582-b6d3-4603-804b-a62bd6debacb" providerId="ADAL" clId="{515D5F93-BBD7-498A-9752-B7B95BE29ED0}" dt="2025-10-15T02:03:54.447" v="1012" actId="1076"/>
          <ac:cxnSpMkLst>
            <pc:docMk/>
            <pc:sldMk cId="574269560" sldId="256"/>
            <ac:cxnSpMk id="49" creationId="{22401CDA-5761-657F-1872-570A97A4D9E8}"/>
          </ac:cxnSpMkLst>
        </pc:cxnChg>
        <pc:cxnChg chg="add mod">
          <ac:chgData name="Caiden Logan Bonney" userId="d2c7f582-b6d3-4603-804b-a62bd6debacb" providerId="ADAL" clId="{515D5F93-BBD7-498A-9752-B7B95BE29ED0}" dt="2025-10-15T02:03:17.149" v="996" actId="1076"/>
          <ac:cxnSpMkLst>
            <pc:docMk/>
            <pc:sldMk cId="574269560" sldId="256"/>
            <ac:cxnSpMk id="55" creationId="{5CC08E04-E056-6BB4-735F-39F8C6C6507C}"/>
          </ac:cxnSpMkLst>
        </pc:cxnChg>
        <pc:cxnChg chg="add mod">
          <ac:chgData name="Caiden Logan Bonney" userId="d2c7f582-b6d3-4603-804b-a62bd6debacb" providerId="ADAL" clId="{515D5F93-BBD7-498A-9752-B7B95BE29ED0}" dt="2025-10-15T02:03:17.149" v="996" actId="1076"/>
          <ac:cxnSpMkLst>
            <pc:docMk/>
            <pc:sldMk cId="574269560" sldId="256"/>
            <ac:cxnSpMk id="57" creationId="{B4746BE7-D237-A3AA-1517-4078E2B78654}"/>
          </ac:cxnSpMkLst>
        </pc:cxnChg>
        <pc:cxnChg chg="add mod">
          <ac:chgData name="Caiden Logan Bonney" userId="d2c7f582-b6d3-4603-804b-a62bd6debacb" providerId="ADAL" clId="{515D5F93-BBD7-498A-9752-B7B95BE29ED0}" dt="2025-10-15T02:03:05.370" v="992" actId="1076"/>
          <ac:cxnSpMkLst>
            <pc:docMk/>
            <pc:sldMk cId="574269560" sldId="256"/>
            <ac:cxnSpMk id="59" creationId="{71A2BBC8-0497-7DAE-DBD5-FCBB457AE8E0}"/>
          </ac:cxnSpMkLst>
        </pc:cxnChg>
        <pc:cxnChg chg="add mod">
          <ac:chgData name="Caiden Logan Bonney" userId="d2c7f582-b6d3-4603-804b-a62bd6debacb" providerId="ADAL" clId="{515D5F93-BBD7-498A-9752-B7B95BE29ED0}" dt="2025-10-15T02:03:05.370" v="992" actId="1076"/>
          <ac:cxnSpMkLst>
            <pc:docMk/>
            <pc:sldMk cId="574269560" sldId="256"/>
            <ac:cxnSpMk id="61" creationId="{EA92C3F2-7446-D174-9D6E-EA84AFC73C34}"/>
          </ac:cxnSpMkLst>
        </pc:cxnChg>
        <pc:cxnChg chg="add mod">
          <ac:chgData name="Caiden Logan Bonney" userId="d2c7f582-b6d3-4603-804b-a62bd6debacb" providerId="ADAL" clId="{515D5F93-BBD7-498A-9752-B7B95BE29ED0}" dt="2025-10-15T02:03:21.376" v="997" actId="1076"/>
          <ac:cxnSpMkLst>
            <pc:docMk/>
            <pc:sldMk cId="574269560" sldId="256"/>
            <ac:cxnSpMk id="63" creationId="{449F7C37-DC15-083B-0253-C74F339AD181}"/>
          </ac:cxnSpMkLst>
        </pc:cxnChg>
      </pc:sldChg>
      <pc:sldChg chg="addSp delSp modSp new mod setBg modShow">
        <pc:chgData name="Caiden Logan Bonney" userId="d2c7f582-b6d3-4603-804b-a62bd6debacb" providerId="ADAL" clId="{515D5F93-BBD7-498A-9752-B7B95BE29ED0}" dt="2025-10-15T02:45:45.675" v="1181" actId="1076"/>
        <pc:sldMkLst>
          <pc:docMk/>
          <pc:sldMk cId="3902548096" sldId="257"/>
        </pc:sldMkLst>
        <pc:graphicFrameChg chg="add mod modGraphic">
          <ac:chgData name="Caiden Logan Bonney" userId="d2c7f582-b6d3-4603-804b-a62bd6debacb" providerId="ADAL" clId="{515D5F93-BBD7-498A-9752-B7B95BE29ED0}" dt="2025-10-15T02:45:45.675" v="1181" actId="1076"/>
          <ac:graphicFrameMkLst>
            <pc:docMk/>
            <pc:sldMk cId="3902548096" sldId="257"/>
            <ac:graphicFrameMk id="4" creationId="{39650717-A362-450F-8451-405A4A6DEDC5}"/>
          </ac:graphicFrameMkLst>
        </pc:graphicFrameChg>
      </pc:sldChg>
      <pc:sldChg chg="addSp delSp modSp add del mod">
        <pc:chgData name="Caiden Logan Bonney" userId="d2c7f582-b6d3-4603-804b-a62bd6debacb" providerId="ADAL" clId="{515D5F93-BBD7-498A-9752-B7B95BE29ED0}" dt="2025-10-23T08:36:47.873" v="2150" actId="47"/>
        <pc:sldMkLst>
          <pc:docMk/>
          <pc:sldMk cId="161866965" sldId="258"/>
        </pc:sldMkLst>
        <pc:spChg chg="add mod">
          <ac:chgData name="Caiden Logan Bonney" userId="d2c7f582-b6d3-4603-804b-a62bd6debacb" providerId="ADAL" clId="{515D5F93-BBD7-498A-9752-B7B95BE29ED0}" dt="2025-10-23T08:15:39.325" v="1568"/>
          <ac:spMkLst>
            <pc:docMk/>
            <pc:sldMk cId="161866965" sldId="258"/>
            <ac:spMk id="2" creationId="{510B83DC-3F2C-4AC0-76AF-9544177358B3}"/>
          </ac:spMkLst>
        </pc:spChg>
        <pc:spChg chg="add mod">
          <ac:chgData name="Caiden Logan Bonney" userId="d2c7f582-b6d3-4603-804b-a62bd6debacb" providerId="ADAL" clId="{515D5F93-BBD7-498A-9752-B7B95BE29ED0}" dt="2025-10-23T08:15:39.325" v="1568"/>
          <ac:spMkLst>
            <pc:docMk/>
            <pc:sldMk cId="161866965" sldId="258"/>
            <ac:spMk id="3" creationId="{F1E731EF-5D4B-0A20-F7D9-05CEAF58FF47}"/>
          </ac:spMkLst>
        </pc:spChg>
        <pc:spChg chg="add mod">
          <ac:chgData name="Caiden Logan Bonney" userId="d2c7f582-b6d3-4603-804b-a62bd6debacb" providerId="ADAL" clId="{515D5F93-BBD7-498A-9752-B7B95BE29ED0}" dt="2025-10-23T08:30:52.723" v="2084" actId="20577"/>
          <ac:spMkLst>
            <pc:docMk/>
            <pc:sldMk cId="161866965" sldId="258"/>
            <ac:spMk id="4" creationId="{9351EA05-F885-9A57-40FB-9634E8BA324A}"/>
          </ac:spMkLst>
        </pc:spChg>
        <pc:spChg chg="add mod">
          <ac:chgData name="Caiden Logan Bonney" userId="d2c7f582-b6d3-4603-804b-a62bd6debacb" providerId="ADAL" clId="{515D5F93-BBD7-498A-9752-B7B95BE29ED0}" dt="2025-10-23T08:29:26.367" v="2058" actId="3064"/>
          <ac:spMkLst>
            <pc:docMk/>
            <pc:sldMk cId="161866965" sldId="258"/>
            <ac:spMk id="9" creationId="{96CC5819-1159-4450-8034-6DC6FBA7CC5C}"/>
          </ac:spMkLst>
        </pc:spChg>
        <pc:spChg chg="add mod">
          <ac:chgData name="Caiden Logan Bonney" userId="d2c7f582-b6d3-4603-804b-a62bd6debacb" providerId="ADAL" clId="{515D5F93-BBD7-498A-9752-B7B95BE29ED0}" dt="2025-10-23T08:15:39.325" v="1568"/>
          <ac:spMkLst>
            <pc:docMk/>
            <pc:sldMk cId="161866965" sldId="258"/>
            <ac:spMk id="10" creationId="{DE645C67-B785-234B-FF9B-2D64496B33DD}"/>
          </ac:spMkLst>
        </pc:spChg>
        <pc:spChg chg="add mod">
          <ac:chgData name="Caiden Logan Bonney" userId="d2c7f582-b6d3-4603-804b-a62bd6debacb" providerId="ADAL" clId="{515D5F93-BBD7-498A-9752-B7B95BE29ED0}" dt="2025-10-23T08:15:39.325" v="1568"/>
          <ac:spMkLst>
            <pc:docMk/>
            <pc:sldMk cId="161866965" sldId="258"/>
            <ac:spMk id="11" creationId="{FA030130-2346-E2D1-B8DC-E5A00E1501A7}"/>
          </ac:spMkLst>
        </pc:spChg>
        <pc:spChg chg="add mod">
          <ac:chgData name="Caiden Logan Bonney" userId="d2c7f582-b6d3-4603-804b-a62bd6debacb" providerId="ADAL" clId="{515D5F93-BBD7-498A-9752-B7B95BE29ED0}" dt="2025-10-23T08:29:26.369" v="2060" actId="27636"/>
          <ac:spMkLst>
            <pc:docMk/>
            <pc:sldMk cId="161866965" sldId="258"/>
            <ac:spMk id="12" creationId="{EE856DE2-735B-11EF-83F9-0AD94A9B303A}"/>
          </ac:spMkLst>
        </pc:spChg>
        <pc:spChg chg="add del mod">
          <ac:chgData name="Caiden Logan Bonney" userId="d2c7f582-b6d3-4603-804b-a62bd6debacb" providerId="ADAL" clId="{515D5F93-BBD7-498A-9752-B7B95BE29ED0}" dt="2025-10-23T08:16:27.031" v="1577" actId="478"/>
          <ac:spMkLst>
            <pc:docMk/>
            <pc:sldMk cId="161866965" sldId="258"/>
            <ac:spMk id="13" creationId="{082A97B6-B0D2-95B3-C609-DA43FE4C8AF7}"/>
          </ac:spMkLst>
        </pc:spChg>
        <pc:spChg chg="add del mod">
          <ac:chgData name="Caiden Logan Bonney" userId="d2c7f582-b6d3-4603-804b-a62bd6debacb" providerId="ADAL" clId="{515D5F93-BBD7-498A-9752-B7B95BE29ED0}" dt="2025-10-23T08:01:30.100" v="1355" actId="478"/>
          <ac:spMkLst>
            <pc:docMk/>
            <pc:sldMk cId="161866965" sldId="258"/>
            <ac:spMk id="14" creationId="{BF45A2A8-9724-E8C9-CCF5-199B3B2CDB4D}"/>
          </ac:spMkLst>
        </pc:spChg>
        <pc:spChg chg="add mod">
          <ac:chgData name="Caiden Logan Bonney" userId="d2c7f582-b6d3-4603-804b-a62bd6debacb" providerId="ADAL" clId="{515D5F93-BBD7-498A-9752-B7B95BE29ED0}" dt="2025-10-23T08:21:07.656" v="1768" actId="1076"/>
          <ac:spMkLst>
            <pc:docMk/>
            <pc:sldMk cId="161866965" sldId="258"/>
            <ac:spMk id="17" creationId="{5684C4F2-ED89-AE94-A7AE-A1B3DF21B878}"/>
          </ac:spMkLst>
        </pc:spChg>
        <pc:spChg chg="add mod">
          <ac:chgData name="Caiden Logan Bonney" userId="d2c7f582-b6d3-4603-804b-a62bd6debacb" providerId="ADAL" clId="{515D5F93-BBD7-498A-9752-B7B95BE29ED0}" dt="2025-10-23T08:24:18.545" v="1812" actId="1076"/>
          <ac:spMkLst>
            <pc:docMk/>
            <pc:sldMk cId="161866965" sldId="258"/>
            <ac:spMk id="18" creationId="{433A476D-290F-4D92-ADB7-21CA3462E8BB}"/>
          </ac:spMkLst>
        </pc:spChg>
        <pc:spChg chg="add mod">
          <ac:chgData name="Caiden Logan Bonney" userId="d2c7f582-b6d3-4603-804b-a62bd6debacb" providerId="ADAL" clId="{515D5F93-BBD7-498A-9752-B7B95BE29ED0}" dt="2025-10-23T08:15:59.647" v="1573"/>
          <ac:spMkLst>
            <pc:docMk/>
            <pc:sldMk cId="161866965" sldId="258"/>
            <ac:spMk id="21" creationId="{74E9C828-BB9B-93B2-FDB5-B01A0418E60C}"/>
          </ac:spMkLst>
        </pc:spChg>
        <pc:spChg chg="add del mod">
          <ac:chgData name="Caiden Logan Bonney" userId="d2c7f582-b6d3-4603-804b-a62bd6debacb" providerId="ADAL" clId="{515D5F93-BBD7-498A-9752-B7B95BE29ED0}" dt="2025-10-23T08:18:51.097" v="1638" actId="478"/>
          <ac:spMkLst>
            <pc:docMk/>
            <pc:sldMk cId="161866965" sldId="258"/>
            <ac:spMk id="22" creationId="{FDB2DECB-8BB7-7B8E-3F99-7FE24F595B87}"/>
          </ac:spMkLst>
        </pc:spChg>
        <pc:spChg chg="add mod">
          <ac:chgData name="Caiden Logan Bonney" userId="d2c7f582-b6d3-4603-804b-a62bd6debacb" providerId="ADAL" clId="{515D5F93-BBD7-498A-9752-B7B95BE29ED0}" dt="2025-10-23T08:18:45.465" v="1620" actId="1076"/>
          <ac:spMkLst>
            <pc:docMk/>
            <pc:sldMk cId="161866965" sldId="258"/>
            <ac:spMk id="26" creationId="{F6D69414-5C61-006D-85C9-D2EE8794F340}"/>
          </ac:spMkLst>
        </pc:spChg>
        <pc:spChg chg="add del mod">
          <ac:chgData name="Caiden Logan Bonney" userId="d2c7f582-b6d3-4603-804b-a62bd6debacb" providerId="ADAL" clId="{515D5F93-BBD7-498A-9752-B7B95BE29ED0}" dt="2025-10-23T08:25:15.731" v="1833" actId="478"/>
          <ac:spMkLst>
            <pc:docMk/>
            <pc:sldMk cId="161866965" sldId="258"/>
            <ac:spMk id="27" creationId="{A45E3A98-18D0-E304-C95A-4503B3F5BF9D}"/>
          </ac:spMkLst>
        </pc:spChg>
        <pc:spChg chg="del">
          <ac:chgData name="Caiden Logan Bonney" userId="d2c7f582-b6d3-4603-804b-a62bd6debacb" providerId="ADAL" clId="{515D5F93-BBD7-498A-9752-B7B95BE29ED0}" dt="2025-10-23T07:58:22.322" v="1299" actId="478"/>
          <ac:spMkLst>
            <pc:docMk/>
            <pc:sldMk cId="161866965" sldId="258"/>
            <ac:spMk id="35" creationId="{338CEF41-08A6-F8ED-2359-63C1D7DEAA6B}"/>
          </ac:spMkLst>
        </pc:spChg>
        <pc:spChg chg="add mod">
          <ac:chgData name="Caiden Logan Bonney" userId="d2c7f582-b6d3-4603-804b-a62bd6debacb" providerId="ADAL" clId="{515D5F93-BBD7-498A-9752-B7B95BE29ED0}" dt="2025-10-23T08:29:26.367" v="2058" actId="3064"/>
          <ac:spMkLst>
            <pc:docMk/>
            <pc:sldMk cId="161866965" sldId="258"/>
            <ac:spMk id="36" creationId="{873D836B-F2C2-77C1-6DD0-67D3BC637828}"/>
          </ac:spMkLst>
        </pc:spChg>
        <pc:spChg chg="add mod">
          <ac:chgData name="Caiden Logan Bonney" userId="d2c7f582-b6d3-4603-804b-a62bd6debacb" providerId="ADAL" clId="{515D5F93-BBD7-498A-9752-B7B95BE29ED0}" dt="2025-10-23T08:29:26.367" v="2058" actId="3064"/>
          <ac:spMkLst>
            <pc:docMk/>
            <pc:sldMk cId="161866965" sldId="258"/>
            <ac:spMk id="37" creationId="{93C73BA2-8DE8-94A3-3461-3DB0BD445716}"/>
          </ac:spMkLst>
        </pc:spChg>
        <pc:spChg chg="del">
          <ac:chgData name="Caiden Logan Bonney" userId="d2c7f582-b6d3-4603-804b-a62bd6debacb" providerId="ADAL" clId="{515D5F93-BBD7-498A-9752-B7B95BE29ED0}" dt="2025-10-23T07:58:22.322" v="1299" actId="478"/>
          <ac:spMkLst>
            <pc:docMk/>
            <pc:sldMk cId="161866965" sldId="258"/>
            <ac:spMk id="39" creationId="{9E6200AC-9BF1-4D0C-5D68-69D05C08294C}"/>
          </ac:spMkLst>
        </pc:spChg>
        <pc:spChg chg="del">
          <ac:chgData name="Caiden Logan Bonney" userId="d2c7f582-b6d3-4603-804b-a62bd6debacb" providerId="ADAL" clId="{515D5F93-BBD7-498A-9752-B7B95BE29ED0}" dt="2025-10-23T07:58:22.322" v="1299" actId="478"/>
          <ac:spMkLst>
            <pc:docMk/>
            <pc:sldMk cId="161866965" sldId="258"/>
            <ac:spMk id="42" creationId="{15700B03-37FD-BA25-1AF0-F3382CE3D63E}"/>
          </ac:spMkLst>
        </pc:spChg>
        <pc:spChg chg="del">
          <ac:chgData name="Caiden Logan Bonney" userId="d2c7f582-b6d3-4603-804b-a62bd6debacb" providerId="ADAL" clId="{515D5F93-BBD7-498A-9752-B7B95BE29ED0}" dt="2025-10-23T07:58:22.322" v="1299" actId="478"/>
          <ac:spMkLst>
            <pc:docMk/>
            <pc:sldMk cId="161866965" sldId="258"/>
            <ac:spMk id="48" creationId="{7E37CCC8-892B-62B7-A11B-4B72616B06CD}"/>
          </ac:spMkLst>
        </pc:spChg>
        <pc:spChg chg="del">
          <ac:chgData name="Caiden Logan Bonney" userId="d2c7f582-b6d3-4603-804b-a62bd6debacb" providerId="ADAL" clId="{515D5F93-BBD7-498A-9752-B7B95BE29ED0}" dt="2025-10-23T07:58:22.322" v="1299" actId="478"/>
          <ac:spMkLst>
            <pc:docMk/>
            <pc:sldMk cId="161866965" sldId="258"/>
            <ac:spMk id="50" creationId="{C2F59424-3EE7-CB86-8A8D-65F9F295A4BF}"/>
          </ac:spMkLst>
        </pc:spChg>
        <pc:spChg chg="add mod">
          <ac:chgData name="Caiden Logan Bonney" userId="d2c7f582-b6d3-4603-804b-a62bd6debacb" providerId="ADAL" clId="{515D5F93-BBD7-498A-9752-B7B95BE29ED0}" dt="2025-10-23T08:26:31.757" v="1880" actId="313"/>
          <ac:spMkLst>
            <pc:docMk/>
            <pc:sldMk cId="161866965" sldId="258"/>
            <ac:spMk id="54" creationId="{4066DF54-61F8-7026-826E-001A3DA7C31C}"/>
          </ac:spMkLst>
        </pc:spChg>
        <pc:spChg chg="add mod">
          <ac:chgData name="Caiden Logan Bonney" userId="d2c7f582-b6d3-4603-804b-a62bd6debacb" providerId="ADAL" clId="{515D5F93-BBD7-498A-9752-B7B95BE29ED0}" dt="2025-10-23T08:24:14.415" v="1811" actId="1076"/>
          <ac:spMkLst>
            <pc:docMk/>
            <pc:sldMk cId="161866965" sldId="258"/>
            <ac:spMk id="56" creationId="{23E10C5B-3F8B-D0DB-03DA-DA7C2571E501}"/>
          </ac:spMkLst>
        </pc:spChg>
        <pc:spChg chg="del">
          <ac:chgData name="Caiden Logan Bonney" userId="d2c7f582-b6d3-4603-804b-a62bd6debacb" providerId="ADAL" clId="{515D5F93-BBD7-498A-9752-B7B95BE29ED0}" dt="2025-10-23T07:58:22.322" v="1299" actId="478"/>
          <ac:spMkLst>
            <pc:docMk/>
            <pc:sldMk cId="161866965" sldId="258"/>
            <ac:spMk id="56" creationId="{E2B1A3BE-755C-285A-BA03-C9C40B7E5D1B}"/>
          </ac:spMkLst>
        </pc:spChg>
        <pc:spChg chg="add mod">
          <ac:chgData name="Caiden Logan Bonney" userId="d2c7f582-b6d3-4603-804b-a62bd6debacb" providerId="ADAL" clId="{515D5F93-BBD7-498A-9752-B7B95BE29ED0}" dt="2025-10-23T08:24:06.224" v="1809" actId="1076"/>
          <ac:spMkLst>
            <pc:docMk/>
            <pc:sldMk cId="161866965" sldId="258"/>
            <ac:spMk id="57" creationId="{DD8CB83F-96FB-B30A-1EBE-83897AE053B4}"/>
          </ac:spMkLst>
        </pc:spChg>
        <pc:spChg chg="del">
          <ac:chgData name="Caiden Logan Bonney" userId="d2c7f582-b6d3-4603-804b-a62bd6debacb" providerId="ADAL" clId="{515D5F93-BBD7-498A-9752-B7B95BE29ED0}" dt="2025-10-23T07:58:22.322" v="1299" actId="478"/>
          <ac:spMkLst>
            <pc:docMk/>
            <pc:sldMk cId="161866965" sldId="258"/>
            <ac:spMk id="58" creationId="{01D04BDF-7E80-2740-B699-E5E2CF478714}"/>
          </ac:spMkLst>
        </pc:spChg>
        <pc:spChg chg="add del mod">
          <ac:chgData name="Caiden Logan Bonney" userId="d2c7f582-b6d3-4603-804b-a62bd6debacb" providerId="ADAL" clId="{515D5F93-BBD7-498A-9752-B7B95BE29ED0}" dt="2025-10-23T08:25:05.769" v="1832" actId="478"/>
          <ac:spMkLst>
            <pc:docMk/>
            <pc:sldMk cId="161866965" sldId="258"/>
            <ac:spMk id="58" creationId="{09558649-9B35-6991-00EF-9839BFA37228}"/>
          </ac:spMkLst>
        </pc:spChg>
        <pc:spChg chg="del">
          <ac:chgData name="Caiden Logan Bonney" userId="d2c7f582-b6d3-4603-804b-a62bd6debacb" providerId="ADAL" clId="{515D5F93-BBD7-498A-9752-B7B95BE29ED0}" dt="2025-10-23T07:58:22.322" v="1299" actId="478"/>
          <ac:spMkLst>
            <pc:docMk/>
            <pc:sldMk cId="161866965" sldId="258"/>
            <ac:spMk id="60" creationId="{066267CD-BBEF-2A2C-512D-EB5474EA8AE7}"/>
          </ac:spMkLst>
        </pc:spChg>
        <pc:spChg chg="del">
          <ac:chgData name="Caiden Logan Bonney" userId="d2c7f582-b6d3-4603-804b-a62bd6debacb" providerId="ADAL" clId="{515D5F93-BBD7-498A-9752-B7B95BE29ED0}" dt="2025-10-23T07:58:22.322" v="1299" actId="478"/>
          <ac:spMkLst>
            <pc:docMk/>
            <pc:sldMk cId="161866965" sldId="258"/>
            <ac:spMk id="62" creationId="{6F7D2349-5E0A-F947-A4C5-0D00AFDD9451}"/>
          </ac:spMkLst>
        </pc:spChg>
        <pc:spChg chg="del">
          <ac:chgData name="Caiden Logan Bonney" userId="d2c7f582-b6d3-4603-804b-a62bd6debacb" providerId="ADAL" clId="{515D5F93-BBD7-498A-9752-B7B95BE29ED0}" dt="2025-10-23T07:58:22.322" v="1299" actId="478"/>
          <ac:spMkLst>
            <pc:docMk/>
            <pc:sldMk cId="161866965" sldId="258"/>
            <ac:spMk id="64" creationId="{29AC6F8B-7E10-3321-A89D-939A06ECD2FB}"/>
          </ac:spMkLst>
        </pc:spChg>
        <pc:spChg chg="add del mod">
          <ac:chgData name="Caiden Logan Bonney" userId="d2c7f582-b6d3-4603-804b-a62bd6debacb" providerId="ADAL" clId="{515D5F93-BBD7-498A-9752-B7B95BE29ED0}" dt="2025-10-23T08:04:44.993" v="1438" actId="478"/>
          <ac:spMkLst>
            <pc:docMk/>
            <pc:sldMk cId="161866965" sldId="258"/>
            <ac:spMk id="74" creationId="{ABF6C29B-2017-90E8-1044-5F552E938AAD}"/>
          </ac:spMkLst>
        </pc:spChg>
        <pc:spChg chg="add mod">
          <ac:chgData name="Caiden Logan Bonney" userId="d2c7f582-b6d3-4603-804b-a62bd6debacb" providerId="ADAL" clId="{515D5F93-BBD7-498A-9752-B7B95BE29ED0}" dt="2025-10-23T08:24:10.888" v="1810" actId="1076"/>
          <ac:spMkLst>
            <pc:docMk/>
            <pc:sldMk cId="161866965" sldId="258"/>
            <ac:spMk id="75" creationId="{9A2F268C-1504-37D9-B4B1-C90CA1BD2065}"/>
          </ac:spMkLst>
        </pc:spChg>
        <pc:spChg chg="add mod">
          <ac:chgData name="Caiden Logan Bonney" userId="d2c7f582-b6d3-4603-804b-a62bd6debacb" providerId="ADAL" clId="{515D5F93-BBD7-498A-9752-B7B95BE29ED0}" dt="2025-10-23T08:24:22.464" v="1813" actId="1076"/>
          <ac:spMkLst>
            <pc:docMk/>
            <pc:sldMk cId="161866965" sldId="258"/>
            <ac:spMk id="76" creationId="{A0D1A689-CE0D-DD18-A73F-6FC4737B45E6}"/>
          </ac:spMkLst>
        </pc:spChg>
        <pc:spChg chg="add mod">
          <ac:chgData name="Caiden Logan Bonney" userId="d2c7f582-b6d3-4603-804b-a62bd6debacb" providerId="ADAL" clId="{515D5F93-BBD7-498A-9752-B7B95BE29ED0}" dt="2025-10-23T08:05:50.420" v="1451"/>
          <ac:spMkLst>
            <pc:docMk/>
            <pc:sldMk cId="161866965" sldId="258"/>
            <ac:spMk id="77" creationId="{C269C83F-EC57-065E-0D42-CC31C0C11184}"/>
          </ac:spMkLst>
        </pc:spChg>
        <pc:spChg chg="add mod">
          <ac:chgData name="Caiden Logan Bonney" userId="d2c7f582-b6d3-4603-804b-a62bd6debacb" providerId="ADAL" clId="{515D5F93-BBD7-498A-9752-B7B95BE29ED0}" dt="2025-10-23T08:05:50.420" v="1451"/>
          <ac:spMkLst>
            <pc:docMk/>
            <pc:sldMk cId="161866965" sldId="258"/>
            <ac:spMk id="78" creationId="{72D77323-7ECA-69DF-6AF6-115E155D5889}"/>
          </ac:spMkLst>
        </pc:spChg>
        <pc:spChg chg="add mod">
          <ac:chgData name="Caiden Logan Bonney" userId="d2c7f582-b6d3-4603-804b-a62bd6debacb" providerId="ADAL" clId="{515D5F93-BBD7-498A-9752-B7B95BE29ED0}" dt="2025-10-23T08:29:26.367" v="2058" actId="3064"/>
          <ac:spMkLst>
            <pc:docMk/>
            <pc:sldMk cId="161866965" sldId="258"/>
            <ac:spMk id="79" creationId="{0524D314-E639-0DFA-6D59-E709AE3797D1}"/>
          </ac:spMkLst>
        </pc:spChg>
        <pc:spChg chg="add mod">
          <ac:chgData name="Caiden Logan Bonney" userId="d2c7f582-b6d3-4603-804b-a62bd6debacb" providerId="ADAL" clId="{515D5F93-BBD7-498A-9752-B7B95BE29ED0}" dt="2025-10-23T08:29:26.367" v="2058" actId="3064"/>
          <ac:spMkLst>
            <pc:docMk/>
            <pc:sldMk cId="161866965" sldId="258"/>
            <ac:spMk id="81" creationId="{261FE7C5-3CBF-FB07-D4A8-4237613FA4D9}"/>
          </ac:spMkLst>
        </pc:spChg>
        <pc:spChg chg="add mod">
          <ac:chgData name="Caiden Logan Bonney" userId="d2c7f582-b6d3-4603-804b-a62bd6debacb" providerId="ADAL" clId="{515D5F93-BBD7-498A-9752-B7B95BE29ED0}" dt="2025-10-23T08:05:50.420" v="1451"/>
          <ac:spMkLst>
            <pc:docMk/>
            <pc:sldMk cId="161866965" sldId="258"/>
            <ac:spMk id="84" creationId="{E8EDBCA3-F5B3-D6C3-81BE-67CC66396F2C}"/>
          </ac:spMkLst>
        </pc:spChg>
        <pc:spChg chg="add mod">
          <ac:chgData name="Caiden Logan Bonney" userId="d2c7f582-b6d3-4603-804b-a62bd6debacb" providerId="ADAL" clId="{515D5F93-BBD7-498A-9752-B7B95BE29ED0}" dt="2025-10-23T08:05:50.420" v="1451"/>
          <ac:spMkLst>
            <pc:docMk/>
            <pc:sldMk cId="161866965" sldId="258"/>
            <ac:spMk id="85" creationId="{36B39AC8-CB9A-CF54-B68D-1FD07B97D7AE}"/>
          </ac:spMkLst>
        </pc:spChg>
        <pc:spChg chg="add del mod">
          <ac:chgData name="Caiden Logan Bonney" userId="d2c7f582-b6d3-4603-804b-a62bd6debacb" providerId="ADAL" clId="{515D5F93-BBD7-498A-9752-B7B95BE29ED0}" dt="2025-10-23T08:15:10.377" v="1565" actId="478"/>
          <ac:spMkLst>
            <pc:docMk/>
            <pc:sldMk cId="161866965" sldId="258"/>
            <ac:spMk id="86" creationId="{0C6CD88B-8CFD-1603-8639-011E3AC51739}"/>
          </ac:spMkLst>
        </pc:spChg>
        <pc:spChg chg="add del mod">
          <ac:chgData name="Caiden Logan Bonney" userId="d2c7f582-b6d3-4603-804b-a62bd6debacb" providerId="ADAL" clId="{515D5F93-BBD7-498A-9752-B7B95BE29ED0}" dt="2025-10-23T08:06:36.680" v="1457" actId="478"/>
          <ac:spMkLst>
            <pc:docMk/>
            <pc:sldMk cId="161866965" sldId="258"/>
            <ac:spMk id="87" creationId="{ABA852E8-7F13-6BB4-BA50-58896B1C5509}"/>
          </ac:spMkLst>
        </pc:spChg>
        <pc:spChg chg="add mod">
          <ac:chgData name="Caiden Logan Bonney" userId="d2c7f582-b6d3-4603-804b-a62bd6debacb" providerId="ADAL" clId="{515D5F93-BBD7-498A-9752-B7B95BE29ED0}" dt="2025-10-23T08:29:26.367" v="2058" actId="3064"/>
          <ac:spMkLst>
            <pc:docMk/>
            <pc:sldMk cId="161866965" sldId="258"/>
            <ac:spMk id="89" creationId="{178E9F4D-B1FD-1F3D-D5D1-349712F5E807}"/>
          </ac:spMkLst>
        </pc:spChg>
        <pc:spChg chg="add mod">
          <ac:chgData name="Caiden Logan Bonney" userId="d2c7f582-b6d3-4603-804b-a62bd6debacb" providerId="ADAL" clId="{515D5F93-BBD7-498A-9752-B7B95BE29ED0}" dt="2025-10-23T08:26:19.450" v="1868" actId="1076"/>
          <ac:spMkLst>
            <pc:docMk/>
            <pc:sldMk cId="161866965" sldId="258"/>
            <ac:spMk id="91" creationId="{04154778-550E-2499-5CF0-009298AF10DA}"/>
          </ac:spMkLst>
        </pc:spChg>
        <pc:spChg chg="add del mod">
          <ac:chgData name="Caiden Logan Bonney" userId="d2c7f582-b6d3-4603-804b-a62bd6debacb" providerId="ADAL" clId="{515D5F93-BBD7-498A-9752-B7B95BE29ED0}" dt="2025-10-23T08:15:10.377" v="1565" actId="478"/>
          <ac:spMkLst>
            <pc:docMk/>
            <pc:sldMk cId="161866965" sldId="258"/>
            <ac:spMk id="91" creationId="{371834CF-51C0-91B1-0E98-77F844C968C6}"/>
          </ac:spMkLst>
        </pc:spChg>
        <pc:spChg chg="add del mod">
          <ac:chgData name="Caiden Logan Bonney" userId="d2c7f582-b6d3-4603-804b-a62bd6debacb" providerId="ADAL" clId="{515D5F93-BBD7-498A-9752-B7B95BE29ED0}" dt="2025-10-23T08:15:10.377" v="1565" actId="478"/>
          <ac:spMkLst>
            <pc:docMk/>
            <pc:sldMk cId="161866965" sldId="258"/>
            <ac:spMk id="92" creationId="{95C246B4-9425-1458-BDFE-2821D0FED6A7}"/>
          </ac:spMkLst>
        </pc:spChg>
        <pc:spChg chg="add mod">
          <ac:chgData name="Caiden Logan Bonney" userId="d2c7f582-b6d3-4603-804b-a62bd6debacb" providerId="ADAL" clId="{515D5F93-BBD7-498A-9752-B7B95BE29ED0}" dt="2025-10-23T08:26:19.450" v="1868" actId="1076"/>
          <ac:spMkLst>
            <pc:docMk/>
            <pc:sldMk cId="161866965" sldId="258"/>
            <ac:spMk id="92" creationId="{FCD177D2-68AD-DA43-C2A2-1084F85CA478}"/>
          </ac:spMkLst>
        </pc:spChg>
        <pc:spChg chg="add mod">
          <ac:chgData name="Caiden Logan Bonney" userId="d2c7f582-b6d3-4603-804b-a62bd6debacb" providerId="ADAL" clId="{515D5F93-BBD7-498A-9752-B7B95BE29ED0}" dt="2025-10-23T08:29:26.367" v="2058" actId="3064"/>
          <ac:spMkLst>
            <pc:docMk/>
            <pc:sldMk cId="161866965" sldId="258"/>
            <ac:spMk id="93" creationId="{1876638B-4C4D-9F20-5EED-598C2726A0D6}"/>
          </ac:spMkLst>
        </pc:spChg>
        <pc:spChg chg="add mod">
          <ac:chgData name="Caiden Logan Bonney" userId="d2c7f582-b6d3-4603-804b-a62bd6debacb" providerId="ADAL" clId="{515D5F93-BBD7-498A-9752-B7B95BE29ED0}" dt="2025-10-23T08:28:02.865" v="1931" actId="14100"/>
          <ac:spMkLst>
            <pc:docMk/>
            <pc:sldMk cId="161866965" sldId="258"/>
            <ac:spMk id="101" creationId="{02C01225-80D1-A922-235A-C5958745E026}"/>
          </ac:spMkLst>
        </pc:spChg>
        <pc:spChg chg="add mod">
          <ac:chgData name="Caiden Logan Bonney" userId="d2c7f582-b6d3-4603-804b-a62bd6debacb" providerId="ADAL" clId="{515D5F93-BBD7-498A-9752-B7B95BE29ED0}" dt="2025-10-23T08:29:26.367" v="2058" actId="3064"/>
          <ac:spMkLst>
            <pc:docMk/>
            <pc:sldMk cId="161866965" sldId="258"/>
            <ac:spMk id="104" creationId="{F42D7653-5FCA-6569-5AAF-E8CC9CA97590}"/>
          </ac:spMkLst>
        </pc:spChg>
        <pc:spChg chg="add del">
          <ac:chgData name="Caiden Logan Bonney" userId="d2c7f582-b6d3-4603-804b-a62bd6debacb" providerId="ADAL" clId="{515D5F93-BBD7-498A-9752-B7B95BE29ED0}" dt="2025-10-23T08:12:28.692" v="1541" actId="478"/>
          <ac:spMkLst>
            <pc:docMk/>
            <pc:sldMk cId="161866965" sldId="258"/>
            <ac:spMk id="139" creationId="{F7084216-477B-E272-5A6F-FC4DCB490486}"/>
          </ac:spMkLst>
        </pc:spChg>
        <pc:spChg chg="add del">
          <ac:chgData name="Caiden Logan Bonney" userId="d2c7f582-b6d3-4603-804b-a62bd6debacb" providerId="ADAL" clId="{515D5F93-BBD7-498A-9752-B7B95BE29ED0}" dt="2025-10-23T08:13:39.141" v="1544" actId="478"/>
          <ac:spMkLst>
            <pc:docMk/>
            <pc:sldMk cId="161866965" sldId="258"/>
            <ac:spMk id="140" creationId="{9DF719F2-883A-404A-99EE-49DB39390D50}"/>
          </ac:spMkLst>
        </pc:spChg>
        <pc:spChg chg="add del mod">
          <ac:chgData name="Caiden Logan Bonney" userId="d2c7f582-b6d3-4603-804b-a62bd6debacb" providerId="ADAL" clId="{515D5F93-BBD7-498A-9752-B7B95BE29ED0}" dt="2025-10-23T08:14:20.928" v="1558" actId="478"/>
          <ac:spMkLst>
            <pc:docMk/>
            <pc:sldMk cId="161866965" sldId="258"/>
            <ac:spMk id="143" creationId="{C456F75B-7BFE-545E-4CD0-CF52FC8FDCCE}"/>
          </ac:spMkLst>
        </pc:spChg>
        <pc:spChg chg="add del mod">
          <ac:chgData name="Caiden Logan Bonney" userId="d2c7f582-b6d3-4603-804b-a62bd6debacb" providerId="ADAL" clId="{515D5F93-BBD7-498A-9752-B7B95BE29ED0}" dt="2025-10-23T08:15:05.700" v="1564" actId="478"/>
          <ac:spMkLst>
            <pc:docMk/>
            <pc:sldMk cId="161866965" sldId="258"/>
            <ac:spMk id="144" creationId="{443484D1-134C-7909-8554-C031CBA4DDFB}"/>
          </ac:spMkLst>
        </pc:spChg>
        <pc:cxnChg chg="add mod">
          <ac:chgData name="Caiden Logan Bonney" userId="d2c7f582-b6d3-4603-804b-a62bd6debacb" providerId="ADAL" clId="{515D5F93-BBD7-498A-9752-B7B95BE29ED0}" dt="2025-10-23T08:15:39.325" v="1568"/>
          <ac:cxnSpMkLst>
            <pc:docMk/>
            <pc:sldMk cId="161866965" sldId="258"/>
            <ac:cxnSpMk id="5" creationId="{23BE49F6-9B02-AA0E-4A90-D09BE958D221}"/>
          </ac:cxnSpMkLst>
        </pc:cxnChg>
        <pc:cxnChg chg="add del mod">
          <ac:chgData name="Caiden Logan Bonney" userId="d2c7f582-b6d3-4603-804b-a62bd6debacb" providerId="ADAL" clId="{515D5F93-BBD7-498A-9752-B7B95BE29ED0}" dt="2025-10-23T08:01:31.846" v="1356" actId="478"/>
          <ac:cxnSpMkLst>
            <pc:docMk/>
            <pc:sldMk cId="161866965" sldId="258"/>
            <ac:cxnSpMk id="6" creationId="{77F0954B-D48C-7E91-716A-0B6A5A3FAE5E}"/>
          </ac:cxnSpMkLst>
        </pc:cxnChg>
        <pc:cxnChg chg="add mod">
          <ac:chgData name="Caiden Logan Bonney" userId="d2c7f582-b6d3-4603-804b-a62bd6debacb" providerId="ADAL" clId="{515D5F93-BBD7-498A-9752-B7B95BE29ED0}" dt="2025-10-23T08:15:39.325" v="1568"/>
          <ac:cxnSpMkLst>
            <pc:docMk/>
            <pc:sldMk cId="161866965" sldId="258"/>
            <ac:cxnSpMk id="6" creationId="{EED8FE28-B20A-4F16-13CD-E7E5BB49FFAD}"/>
          </ac:cxnSpMkLst>
        </pc:cxnChg>
        <pc:cxnChg chg="add mod">
          <ac:chgData name="Caiden Logan Bonney" userId="d2c7f582-b6d3-4603-804b-a62bd6debacb" providerId="ADAL" clId="{515D5F93-BBD7-498A-9752-B7B95BE29ED0}" dt="2025-10-23T08:15:39.325" v="1568"/>
          <ac:cxnSpMkLst>
            <pc:docMk/>
            <pc:sldMk cId="161866965" sldId="258"/>
            <ac:cxnSpMk id="7" creationId="{43701AB1-F24E-61FB-A6F9-192EE362509A}"/>
          </ac:cxnSpMkLst>
        </pc:cxnChg>
        <pc:cxnChg chg="add mod">
          <ac:chgData name="Caiden Logan Bonney" userId="d2c7f582-b6d3-4603-804b-a62bd6debacb" providerId="ADAL" clId="{515D5F93-BBD7-498A-9752-B7B95BE29ED0}" dt="2025-10-23T08:15:03.078" v="1563" actId="14100"/>
          <ac:cxnSpMkLst>
            <pc:docMk/>
            <pc:sldMk cId="161866965" sldId="258"/>
            <ac:cxnSpMk id="8" creationId="{AADA3C3D-3A27-7A27-6F06-44A9BDED38CF}"/>
          </ac:cxnSpMkLst>
        </pc:cxnChg>
        <pc:cxnChg chg="add mod ord">
          <ac:chgData name="Caiden Logan Bonney" userId="d2c7f582-b6d3-4603-804b-a62bd6debacb" providerId="ADAL" clId="{515D5F93-BBD7-498A-9752-B7B95BE29ED0}" dt="2025-10-23T08:25:53.749" v="1862" actId="166"/>
          <ac:cxnSpMkLst>
            <pc:docMk/>
            <pc:sldMk cId="161866965" sldId="258"/>
            <ac:cxnSpMk id="14" creationId="{B36A7905-EEA5-803E-D717-6396826E9F2D}"/>
          </ac:cxnSpMkLst>
        </pc:cxnChg>
        <pc:cxnChg chg="add mod">
          <ac:chgData name="Caiden Logan Bonney" userId="d2c7f582-b6d3-4603-804b-a62bd6debacb" providerId="ADAL" clId="{515D5F93-BBD7-498A-9752-B7B95BE29ED0}" dt="2025-10-23T08:23:39.267" v="1803" actId="1076"/>
          <ac:cxnSpMkLst>
            <pc:docMk/>
            <pc:sldMk cId="161866965" sldId="258"/>
            <ac:cxnSpMk id="15" creationId="{2E162654-1DA3-34E1-C6AA-4993D5B10C72}"/>
          </ac:cxnSpMkLst>
        </pc:cxnChg>
        <pc:cxnChg chg="add del mod">
          <ac:chgData name="Caiden Logan Bonney" userId="d2c7f582-b6d3-4603-804b-a62bd6debacb" providerId="ADAL" clId="{515D5F93-BBD7-498A-9752-B7B95BE29ED0}" dt="2025-10-23T08:16:19.292" v="1576" actId="478"/>
          <ac:cxnSpMkLst>
            <pc:docMk/>
            <pc:sldMk cId="161866965" sldId="258"/>
            <ac:cxnSpMk id="16" creationId="{8A41334F-AE27-3981-EFFE-C990CDF16E28}"/>
          </ac:cxnSpMkLst>
        </pc:cxnChg>
        <pc:cxnChg chg="add mod">
          <ac:chgData name="Caiden Logan Bonney" userId="d2c7f582-b6d3-4603-804b-a62bd6debacb" providerId="ADAL" clId="{515D5F93-BBD7-498A-9752-B7B95BE29ED0}" dt="2025-10-23T08:22:36.216" v="1785" actId="14100"/>
          <ac:cxnSpMkLst>
            <pc:docMk/>
            <pc:sldMk cId="161866965" sldId="258"/>
            <ac:cxnSpMk id="40" creationId="{EAF630AC-32BA-E1F6-A3B6-8AED9C1317B3}"/>
          </ac:cxnSpMkLst>
        </pc:cxnChg>
        <pc:cxnChg chg="add mod">
          <ac:chgData name="Caiden Logan Bonney" userId="d2c7f582-b6d3-4603-804b-a62bd6debacb" providerId="ADAL" clId="{515D5F93-BBD7-498A-9752-B7B95BE29ED0}" dt="2025-10-23T08:20:35.439" v="1758" actId="1076"/>
          <ac:cxnSpMkLst>
            <pc:docMk/>
            <pc:sldMk cId="161866965" sldId="258"/>
            <ac:cxnSpMk id="52" creationId="{2274E8CF-7655-D4E5-5F89-EF62E06970CD}"/>
          </ac:cxnSpMkLst>
        </pc:cxnChg>
        <pc:cxnChg chg="add mod">
          <ac:chgData name="Caiden Logan Bonney" userId="d2c7f582-b6d3-4603-804b-a62bd6debacb" providerId="ADAL" clId="{515D5F93-BBD7-498A-9752-B7B95BE29ED0}" dt="2025-10-23T08:23:39.267" v="1803" actId="1076"/>
          <ac:cxnSpMkLst>
            <pc:docMk/>
            <pc:sldMk cId="161866965" sldId="258"/>
            <ac:cxnSpMk id="55" creationId="{1D3D6C34-6310-4953-DC9C-7640D41D3437}"/>
          </ac:cxnSpMkLst>
        </pc:cxnChg>
        <pc:cxnChg chg="add mod ord">
          <ac:chgData name="Caiden Logan Bonney" userId="d2c7f582-b6d3-4603-804b-a62bd6debacb" providerId="ADAL" clId="{515D5F93-BBD7-498A-9752-B7B95BE29ED0}" dt="2025-10-23T08:24:58.478" v="1830" actId="166"/>
          <ac:cxnSpMkLst>
            <pc:docMk/>
            <pc:sldMk cId="161866965" sldId="258"/>
            <ac:cxnSpMk id="59" creationId="{6446ABC1-257B-F0BA-C0F6-494D890D604A}"/>
          </ac:cxnSpMkLst>
        </pc:cxnChg>
        <pc:cxnChg chg="add mod">
          <ac:chgData name="Caiden Logan Bonney" userId="d2c7f582-b6d3-4603-804b-a62bd6debacb" providerId="ADAL" clId="{515D5F93-BBD7-498A-9752-B7B95BE29ED0}" dt="2025-10-23T08:22:36.216" v="1785" actId="14100"/>
          <ac:cxnSpMkLst>
            <pc:docMk/>
            <pc:sldMk cId="161866965" sldId="258"/>
            <ac:cxnSpMk id="67" creationId="{A5E35DC8-F0DA-9D89-5D5E-B1DAB35BDB5D}"/>
          </ac:cxnSpMkLst>
        </pc:cxnChg>
        <pc:cxnChg chg="add mod">
          <ac:chgData name="Caiden Logan Bonney" userId="d2c7f582-b6d3-4603-804b-a62bd6debacb" providerId="ADAL" clId="{515D5F93-BBD7-498A-9752-B7B95BE29ED0}" dt="2025-10-23T08:05:50.420" v="1451"/>
          <ac:cxnSpMkLst>
            <pc:docMk/>
            <pc:sldMk cId="161866965" sldId="258"/>
            <ac:cxnSpMk id="80" creationId="{191607E5-E0D1-9F53-EC9A-5E39558C0901}"/>
          </ac:cxnSpMkLst>
        </pc:cxnChg>
        <pc:cxnChg chg="add mod">
          <ac:chgData name="Caiden Logan Bonney" userId="d2c7f582-b6d3-4603-804b-a62bd6debacb" providerId="ADAL" clId="{515D5F93-BBD7-498A-9752-B7B95BE29ED0}" dt="2025-10-23T08:05:50.420" v="1451"/>
          <ac:cxnSpMkLst>
            <pc:docMk/>
            <pc:sldMk cId="161866965" sldId="258"/>
            <ac:cxnSpMk id="81" creationId="{062B3290-C7FD-A516-D7F8-55926B87DF24}"/>
          </ac:cxnSpMkLst>
        </pc:cxnChg>
        <pc:cxnChg chg="add mod">
          <ac:chgData name="Caiden Logan Bonney" userId="d2c7f582-b6d3-4603-804b-a62bd6debacb" providerId="ADAL" clId="{515D5F93-BBD7-498A-9752-B7B95BE29ED0}" dt="2025-10-23T08:05:50.420" v="1451"/>
          <ac:cxnSpMkLst>
            <pc:docMk/>
            <pc:sldMk cId="161866965" sldId="258"/>
            <ac:cxnSpMk id="82" creationId="{A24BFE7D-E992-B52A-6B20-F777C3AF51AC}"/>
          </ac:cxnSpMkLst>
        </pc:cxnChg>
        <pc:cxnChg chg="add mod">
          <ac:chgData name="Caiden Logan Bonney" userId="d2c7f582-b6d3-4603-804b-a62bd6debacb" providerId="ADAL" clId="{515D5F93-BBD7-498A-9752-B7B95BE29ED0}" dt="2025-10-23T08:25:45.557" v="1860" actId="13822"/>
          <ac:cxnSpMkLst>
            <pc:docMk/>
            <pc:sldMk cId="161866965" sldId="258"/>
            <ac:cxnSpMk id="85" creationId="{F8ABA0E6-FA4F-CFD2-4C6D-32DDCEED68BE}"/>
          </ac:cxnSpMkLst>
        </pc:cxnChg>
        <pc:cxnChg chg="add mod">
          <ac:chgData name="Caiden Logan Bonney" userId="d2c7f582-b6d3-4603-804b-a62bd6debacb" providerId="ADAL" clId="{515D5F93-BBD7-498A-9752-B7B95BE29ED0}" dt="2025-10-23T08:31:38.380" v="2086" actId="14100"/>
          <ac:cxnSpMkLst>
            <pc:docMk/>
            <pc:sldMk cId="161866965" sldId="258"/>
            <ac:cxnSpMk id="86" creationId="{7AAAFE31-AEDB-5176-017E-408D8F937998}"/>
          </ac:cxnSpMkLst>
        </pc:cxnChg>
        <pc:cxnChg chg="add del mod">
          <ac:chgData name="Caiden Logan Bonney" userId="d2c7f582-b6d3-4603-804b-a62bd6debacb" providerId="ADAL" clId="{515D5F93-BBD7-498A-9752-B7B95BE29ED0}" dt="2025-10-23T08:06:41.471" v="1458" actId="478"/>
          <ac:cxnSpMkLst>
            <pc:docMk/>
            <pc:sldMk cId="161866965" sldId="258"/>
            <ac:cxnSpMk id="88" creationId="{9BCFDEF1-AF4E-8403-5946-E43FCFBABCC0}"/>
          </ac:cxnSpMkLst>
        </pc:cxnChg>
        <pc:cxnChg chg="add del mod">
          <ac:chgData name="Caiden Logan Bonney" userId="d2c7f582-b6d3-4603-804b-a62bd6debacb" providerId="ADAL" clId="{515D5F93-BBD7-498A-9752-B7B95BE29ED0}" dt="2025-10-23T08:15:13.502" v="1566" actId="478"/>
          <ac:cxnSpMkLst>
            <pc:docMk/>
            <pc:sldMk cId="161866965" sldId="258"/>
            <ac:cxnSpMk id="89" creationId="{E0940A56-16B0-15F5-706C-10CA18134A84}"/>
          </ac:cxnSpMkLst>
        </pc:cxnChg>
        <pc:cxnChg chg="add mod">
          <ac:chgData name="Caiden Logan Bonney" userId="d2c7f582-b6d3-4603-804b-a62bd6debacb" providerId="ADAL" clId="{515D5F93-BBD7-498A-9752-B7B95BE29ED0}" dt="2025-10-23T08:26:21.623" v="1869" actId="14100"/>
          <ac:cxnSpMkLst>
            <pc:docMk/>
            <pc:sldMk cId="161866965" sldId="258"/>
            <ac:cxnSpMk id="90" creationId="{01E74BB8-6646-6B59-64E9-8BB31A09B7EB}"/>
          </ac:cxnSpMkLst>
        </pc:cxnChg>
        <pc:cxnChg chg="add del mod">
          <ac:chgData name="Caiden Logan Bonney" userId="d2c7f582-b6d3-4603-804b-a62bd6debacb" providerId="ADAL" clId="{515D5F93-BBD7-498A-9752-B7B95BE29ED0}" dt="2025-10-23T08:08:00.034" v="1473" actId="478"/>
          <ac:cxnSpMkLst>
            <pc:docMk/>
            <pc:sldMk cId="161866965" sldId="258"/>
            <ac:cxnSpMk id="90" creationId="{6A4A322A-42A5-7ED5-A09A-F3766BC21A5A}"/>
          </ac:cxnSpMkLst>
        </pc:cxnChg>
        <pc:cxnChg chg="add mod">
          <ac:chgData name="Caiden Logan Bonney" userId="d2c7f582-b6d3-4603-804b-a62bd6debacb" providerId="ADAL" clId="{515D5F93-BBD7-498A-9752-B7B95BE29ED0}" dt="2025-10-23T08:26:23.670" v="1870" actId="14100"/>
          <ac:cxnSpMkLst>
            <pc:docMk/>
            <pc:sldMk cId="161866965" sldId="258"/>
            <ac:cxnSpMk id="94" creationId="{C423F02E-A8CA-E02E-26BF-9B1E93E5E5F8}"/>
          </ac:cxnSpMkLst>
        </pc:cxnChg>
        <pc:cxnChg chg="add mod">
          <ac:chgData name="Caiden Logan Bonney" userId="d2c7f582-b6d3-4603-804b-a62bd6debacb" providerId="ADAL" clId="{515D5F93-BBD7-498A-9752-B7B95BE29ED0}" dt="2025-10-23T08:31:30.381" v="2085" actId="14100"/>
          <ac:cxnSpMkLst>
            <pc:docMk/>
            <pc:sldMk cId="161866965" sldId="258"/>
            <ac:cxnSpMk id="97" creationId="{CB798546-DF7B-1E7B-7AA7-0C3DD310BD4E}"/>
          </ac:cxnSpMkLst>
        </pc:cxnChg>
        <pc:cxnChg chg="add del mod">
          <ac:chgData name="Caiden Logan Bonney" userId="d2c7f582-b6d3-4603-804b-a62bd6debacb" providerId="ADAL" clId="{515D5F93-BBD7-498A-9752-B7B95BE29ED0}" dt="2025-10-23T08:06:56.638" v="1462" actId="478"/>
          <ac:cxnSpMkLst>
            <pc:docMk/>
            <pc:sldMk cId="161866965" sldId="258"/>
            <ac:cxnSpMk id="98" creationId="{5B1AF72E-E03D-079E-2C65-01619E38BD0A}"/>
          </ac:cxnSpMkLst>
        </pc:cxnChg>
        <pc:cxnChg chg="add mod">
          <ac:chgData name="Caiden Logan Bonney" userId="d2c7f582-b6d3-4603-804b-a62bd6debacb" providerId="ADAL" clId="{515D5F93-BBD7-498A-9752-B7B95BE29ED0}" dt="2025-10-23T08:28:21.475" v="1935" actId="14100"/>
          <ac:cxnSpMkLst>
            <pc:docMk/>
            <pc:sldMk cId="161866965" sldId="258"/>
            <ac:cxnSpMk id="100" creationId="{3A7A6E2C-7E4B-5DA6-76FF-05E8F6071B7A}"/>
          </ac:cxnSpMkLst>
        </pc:cxnChg>
        <pc:cxnChg chg="add del mod">
          <ac:chgData name="Caiden Logan Bonney" userId="d2c7f582-b6d3-4603-804b-a62bd6debacb" providerId="ADAL" clId="{515D5F93-BBD7-498A-9752-B7B95BE29ED0}" dt="2025-10-23T08:07:20.030" v="1467" actId="478"/>
          <ac:cxnSpMkLst>
            <pc:docMk/>
            <pc:sldMk cId="161866965" sldId="258"/>
            <ac:cxnSpMk id="102" creationId="{D5D8E299-1695-6BC0-9A6A-B6D52F44DE9B}"/>
          </ac:cxnSpMkLst>
        </pc:cxnChg>
        <pc:cxnChg chg="add del mod">
          <ac:chgData name="Caiden Logan Bonney" userId="d2c7f582-b6d3-4603-804b-a62bd6debacb" providerId="ADAL" clId="{515D5F93-BBD7-498A-9752-B7B95BE29ED0}" dt="2025-10-23T08:09:35.532" v="1497" actId="478"/>
          <ac:cxnSpMkLst>
            <pc:docMk/>
            <pc:sldMk cId="161866965" sldId="258"/>
            <ac:cxnSpMk id="107" creationId="{29E09BB5-97D2-E77E-2E92-10A0C3DE0BFF}"/>
          </ac:cxnSpMkLst>
        </pc:cxnChg>
        <pc:cxnChg chg="add del mod">
          <ac:chgData name="Caiden Logan Bonney" userId="d2c7f582-b6d3-4603-804b-a62bd6debacb" providerId="ADAL" clId="{515D5F93-BBD7-498A-9752-B7B95BE29ED0}" dt="2025-10-23T08:15:14.222" v="1567" actId="478"/>
          <ac:cxnSpMkLst>
            <pc:docMk/>
            <pc:sldMk cId="161866965" sldId="258"/>
            <ac:cxnSpMk id="120" creationId="{9A7DBC1E-9E61-DA20-437D-C72AF015545A}"/>
          </ac:cxnSpMkLst>
        </pc:cxnChg>
        <pc:cxnChg chg="add del mod">
          <ac:chgData name="Caiden Logan Bonney" userId="d2c7f582-b6d3-4603-804b-a62bd6debacb" providerId="ADAL" clId="{515D5F93-BBD7-498A-9752-B7B95BE29ED0}" dt="2025-10-23T08:10:49.600" v="1532" actId="478"/>
          <ac:cxnSpMkLst>
            <pc:docMk/>
            <pc:sldMk cId="161866965" sldId="258"/>
            <ac:cxnSpMk id="125" creationId="{A23D88A2-1347-C461-C8CD-A37A1719747E}"/>
          </ac:cxnSpMkLst>
        </pc:cxnChg>
      </pc:sldChg>
      <pc:sldChg chg="new del setBg">
        <pc:chgData name="Caiden Logan Bonney" userId="d2c7f582-b6d3-4603-804b-a62bd6debacb" providerId="ADAL" clId="{515D5F93-BBD7-498A-9752-B7B95BE29ED0}" dt="2025-10-15T01:47:11.406" v="740" actId="47"/>
        <pc:sldMkLst>
          <pc:docMk/>
          <pc:sldMk cId="843847256" sldId="258"/>
        </pc:sldMkLst>
      </pc:sldChg>
      <pc:sldChg chg="add del">
        <pc:chgData name="Caiden Logan Bonney" userId="d2c7f582-b6d3-4603-804b-a62bd6debacb" providerId="ADAL" clId="{515D5F93-BBD7-498A-9752-B7B95BE29ED0}" dt="2025-10-15T01:46:17.420" v="724" actId="2890"/>
        <pc:sldMkLst>
          <pc:docMk/>
          <pc:sldMk cId="977064913" sldId="258"/>
        </pc:sldMkLst>
      </pc:sldChg>
      <pc:sldChg chg="add del setBg">
        <pc:chgData name="Caiden Logan Bonney" userId="d2c7f582-b6d3-4603-804b-a62bd6debacb" providerId="ADAL" clId="{515D5F93-BBD7-498A-9752-B7B95BE29ED0}" dt="2025-10-15T01:46:20.301" v="726"/>
        <pc:sldMkLst>
          <pc:docMk/>
          <pc:sldMk cId="1176229758" sldId="258"/>
        </pc:sldMkLst>
      </pc:sldChg>
      <pc:sldChg chg="new del">
        <pc:chgData name="Caiden Logan Bonney" userId="d2c7f582-b6d3-4603-804b-a62bd6debacb" providerId="ADAL" clId="{515D5F93-BBD7-498A-9752-B7B95BE29ED0}" dt="2025-10-15T01:46:14.680" v="722" actId="680"/>
        <pc:sldMkLst>
          <pc:docMk/>
          <pc:sldMk cId="2038653196" sldId="258"/>
        </pc:sldMkLst>
      </pc:sldChg>
      <pc:sldChg chg="new del">
        <pc:chgData name="Caiden Logan Bonney" userId="d2c7f582-b6d3-4603-804b-a62bd6debacb" providerId="ADAL" clId="{515D5F93-BBD7-498A-9752-B7B95BE29ED0}" dt="2025-10-23T07:58:16.956" v="1297" actId="47"/>
        <pc:sldMkLst>
          <pc:docMk/>
          <pc:sldMk cId="2270394189" sldId="258"/>
        </pc:sldMkLst>
      </pc:sldChg>
      <pc:sldChg chg="add del">
        <pc:chgData name="Caiden Logan Bonney" userId="d2c7f582-b6d3-4603-804b-a62bd6debacb" providerId="ADAL" clId="{515D5F93-BBD7-498A-9752-B7B95BE29ED0}" dt="2025-10-23T08:36:48.499" v="2151" actId="47"/>
        <pc:sldMkLst>
          <pc:docMk/>
          <pc:sldMk cId="1514068634" sldId="259"/>
        </pc:sldMkLst>
      </pc:sldChg>
      <pc:sldChg chg="add del">
        <pc:chgData name="Caiden Logan Bonney" userId="d2c7f582-b6d3-4603-804b-a62bd6debacb" providerId="ADAL" clId="{515D5F93-BBD7-498A-9752-B7B95BE29ED0}" dt="2025-10-15T01:47:11.406" v="740" actId="47"/>
        <pc:sldMkLst>
          <pc:docMk/>
          <pc:sldMk cId="1766625188" sldId="259"/>
        </pc:sldMkLst>
      </pc:sldChg>
      <pc:sldChg chg="addSp delSp modSp add del mod">
        <pc:chgData name="Caiden Logan Bonney" userId="d2c7f582-b6d3-4603-804b-a62bd6debacb" providerId="ADAL" clId="{515D5F93-BBD7-498A-9752-B7B95BE29ED0}" dt="2025-10-23T11:07:38.852" v="4681" actId="27636"/>
        <pc:sldMkLst>
          <pc:docMk/>
          <pc:sldMk cId="2534193516" sldId="260"/>
        </pc:sldMkLst>
        <pc:spChg chg="mod">
          <ac:chgData name="Caiden Logan Bonney" userId="d2c7f582-b6d3-4603-804b-a62bd6debacb" providerId="ADAL" clId="{515D5F93-BBD7-498A-9752-B7B95BE29ED0}" dt="2025-10-23T08:37:10.025" v="2166" actId="20577"/>
          <ac:spMkLst>
            <pc:docMk/>
            <pc:sldMk cId="2534193516" sldId="260"/>
            <ac:spMk id="4" creationId="{0ED3A2FC-872F-3E01-968F-7B0111AF92CA}"/>
          </ac:spMkLst>
        </pc:spChg>
        <pc:spChg chg="mod topLvl">
          <ac:chgData name="Caiden Logan Bonney" userId="d2c7f582-b6d3-4603-804b-a62bd6debacb" providerId="ADAL" clId="{515D5F93-BBD7-498A-9752-B7B95BE29ED0}" dt="2025-10-23T09:56:40.871" v="3505" actId="164"/>
          <ac:spMkLst>
            <pc:docMk/>
            <pc:sldMk cId="2534193516" sldId="260"/>
            <ac:spMk id="9" creationId="{1592E18C-A1C8-B7EE-E647-5D048BF1A77C}"/>
          </ac:spMkLst>
        </pc:spChg>
        <pc:spChg chg="del mod topLvl">
          <ac:chgData name="Caiden Logan Bonney" userId="d2c7f582-b6d3-4603-804b-a62bd6debacb" providerId="ADAL" clId="{515D5F93-BBD7-498A-9752-B7B95BE29ED0}" dt="2025-10-23T08:41:58.267" v="2364" actId="478"/>
          <ac:spMkLst>
            <pc:docMk/>
            <pc:sldMk cId="2534193516" sldId="260"/>
            <ac:spMk id="12" creationId="{F6F81883-9FBB-A6C9-9B47-7664DA226173}"/>
          </ac:spMkLst>
        </pc:spChg>
        <pc:spChg chg="del">
          <ac:chgData name="Caiden Logan Bonney" userId="d2c7f582-b6d3-4603-804b-a62bd6debacb" providerId="ADAL" clId="{515D5F93-BBD7-498A-9752-B7B95BE29ED0}" dt="2025-10-23T08:41:58.267" v="2364" actId="478"/>
          <ac:spMkLst>
            <pc:docMk/>
            <pc:sldMk cId="2534193516" sldId="260"/>
            <ac:spMk id="17" creationId="{CF119E7B-ED90-500C-466C-E02D09395D97}"/>
          </ac:spMkLst>
        </pc:spChg>
        <pc:spChg chg="del mod topLvl">
          <ac:chgData name="Caiden Logan Bonney" userId="d2c7f582-b6d3-4603-804b-a62bd6debacb" providerId="ADAL" clId="{515D5F93-BBD7-498A-9752-B7B95BE29ED0}" dt="2025-10-23T08:41:58.267" v="2364" actId="478"/>
          <ac:spMkLst>
            <pc:docMk/>
            <pc:sldMk cId="2534193516" sldId="260"/>
            <ac:spMk id="18" creationId="{E7BC2C2B-955E-E613-BD20-CA021C5B70E1}"/>
          </ac:spMkLst>
        </pc:spChg>
        <pc:spChg chg="add mod">
          <ac:chgData name="Caiden Logan Bonney" userId="d2c7f582-b6d3-4603-804b-a62bd6debacb" providerId="ADAL" clId="{515D5F93-BBD7-498A-9752-B7B95BE29ED0}" dt="2025-10-23T08:46:56.035" v="2468" actId="20577"/>
          <ac:spMkLst>
            <pc:docMk/>
            <pc:sldMk cId="2534193516" sldId="260"/>
            <ac:spMk id="25" creationId="{3E7E5611-0957-CCB1-90A8-0F797806D404}"/>
          </ac:spMkLst>
        </pc:spChg>
        <pc:spChg chg="add mod">
          <ac:chgData name="Caiden Logan Bonney" userId="d2c7f582-b6d3-4603-804b-a62bd6debacb" providerId="ADAL" clId="{515D5F93-BBD7-498A-9752-B7B95BE29ED0}" dt="2025-10-23T08:45:27.424" v="2400" actId="1076"/>
          <ac:spMkLst>
            <pc:docMk/>
            <pc:sldMk cId="2534193516" sldId="260"/>
            <ac:spMk id="27" creationId="{7F35E0CB-F5BF-B3DD-90F1-1897FCF45435}"/>
          </ac:spMkLst>
        </pc:spChg>
        <pc:spChg chg="add mod">
          <ac:chgData name="Caiden Logan Bonney" userId="d2c7f582-b6d3-4603-804b-a62bd6debacb" providerId="ADAL" clId="{515D5F93-BBD7-498A-9752-B7B95BE29ED0}" dt="2025-10-23T08:45:27.424" v="2400" actId="1076"/>
          <ac:spMkLst>
            <pc:docMk/>
            <pc:sldMk cId="2534193516" sldId="260"/>
            <ac:spMk id="28" creationId="{D6E88037-4FA9-F494-505B-9C5714DC62DA}"/>
          </ac:spMkLst>
        </pc:spChg>
        <pc:spChg chg="add mod">
          <ac:chgData name="Caiden Logan Bonney" userId="d2c7f582-b6d3-4603-804b-a62bd6debacb" providerId="ADAL" clId="{515D5F93-BBD7-498A-9752-B7B95BE29ED0}" dt="2025-10-23T09:56:40.871" v="3505" actId="164"/>
          <ac:spMkLst>
            <pc:docMk/>
            <pc:sldMk cId="2534193516" sldId="260"/>
            <ac:spMk id="29" creationId="{46AF9770-8350-4A86-6232-ACBDCDFC9B8A}"/>
          </ac:spMkLst>
        </pc:spChg>
        <pc:spChg chg="del mod">
          <ac:chgData name="Caiden Logan Bonney" userId="d2c7f582-b6d3-4603-804b-a62bd6debacb" providerId="ADAL" clId="{515D5F93-BBD7-498A-9752-B7B95BE29ED0}" dt="2025-10-23T08:45:17.143" v="2396" actId="478"/>
          <ac:spMkLst>
            <pc:docMk/>
            <pc:sldMk cId="2534193516" sldId="260"/>
            <ac:spMk id="36" creationId="{21F97864-73D4-F7B2-709A-E77DEE139763}"/>
          </ac:spMkLst>
        </pc:spChg>
        <pc:spChg chg="del mod topLvl">
          <ac:chgData name="Caiden Logan Bonney" userId="d2c7f582-b6d3-4603-804b-a62bd6debacb" providerId="ADAL" clId="{515D5F93-BBD7-498A-9752-B7B95BE29ED0}" dt="2025-10-23T08:45:16.074" v="2395" actId="478"/>
          <ac:spMkLst>
            <pc:docMk/>
            <pc:sldMk cId="2534193516" sldId="260"/>
            <ac:spMk id="37" creationId="{07EA252E-C169-D6C7-675E-EDD7C99FEB19}"/>
          </ac:spMkLst>
        </pc:spChg>
        <pc:spChg chg="add del mod">
          <ac:chgData name="Caiden Logan Bonney" userId="d2c7f582-b6d3-4603-804b-a62bd6debacb" providerId="ADAL" clId="{515D5F93-BBD7-498A-9752-B7B95BE29ED0}" dt="2025-10-23T08:48:41.578" v="2478" actId="478"/>
          <ac:spMkLst>
            <pc:docMk/>
            <pc:sldMk cId="2534193516" sldId="260"/>
            <ac:spMk id="48" creationId="{64DCFB3B-C733-E0AC-1CA3-4D77DC543D36}"/>
          </ac:spMkLst>
        </pc:spChg>
        <pc:spChg chg="del mod topLvl">
          <ac:chgData name="Caiden Logan Bonney" userId="d2c7f582-b6d3-4603-804b-a62bd6debacb" providerId="ADAL" clId="{515D5F93-BBD7-498A-9752-B7B95BE29ED0}" dt="2025-10-23T08:42:01.520" v="2365" actId="478"/>
          <ac:spMkLst>
            <pc:docMk/>
            <pc:sldMk cId="2534193516" sldId="260"/>
            <ac:spMk id="54" creationId="{228AB515-A7FB-C125-1FE8-EDE1489163B9}"/>
          </ac:spMkLst>
        </pc:spChg>
        <pc:spChg chg="del">
          <ac:chgData name="Caiden Logan Bonney" userId="d2c7f582-b6d3-4603-804b-a62bd6debacb" providerId="ADAL" clId="{515D5F93-BBD7-498A-9752-B7B95BE29ED0}" dt="2025-10-23T08:42:01.520" v="2365" actId="478"/>
          <ac:spMkLst>
            <pc:docMk/>
            <pc:sldMk cId="2534193516" sldId="260"/>
            <ac:spMk id="56" creationId="{1C255C43-974E-5D65-CF87-35090598D47F}"/>
          </ac:spMkLst>
        </pc:spChg>
        <pc:spChg chg="del mod topLvl">
          <ac:chgData name="Caiden Logan Bonney" userId="d2c7f582-b6d3-4603-804b-a62bd6debacb" providerId="ADAL" clId="{515D5F93-BBD7-498A-9752-B7B95BE29ED0}" dt="2025-10-23T08:41:58.267" v="2364" actId="478"/>
          <ac:spMkLst>
            <pc:docMk/>
            <pc:sldMk cId="2534193516" sldId="260"/>
            <ac:spMk id="57" creationId="{2852C1E6-146E-12DC-CA75-3372AF0918C4}"/>
          </ac:spMkLst>
        </pc:spChg>
        <pc:spChg chg="add mod">
          <ac:chgData name="Caiden Logan Bonney" userId="d2c7f582-b6d3-4603-804b-a62bd6debacb" providerId="ADAL" clId="{515D5F93-BBD7-498A-9752-B7B95BE29ED0}" dt="2025-10-23T09:56:40.871" v="3505" actId="164"/>
          <ac:spMkLst>
            <pc:docMk/>
            <pc:sldMk cId="2534193516" sldId="260"/>
            <ac:spMk id="58" creationId="{05A0CD1B-29DB-B51E-C31B-0F1BC9DEF041}"/>
          </ac:spMkLst>
        </pc:spChg>
        <pc:spChg chg="add mod">
          <ac:chgData name="Caiden Logan Bonney" userId="d2c7f582-b6d3-4603-804b-a62bd6debacb" providerId="ADAL" clId="{515D5F93-BBD7-498A-9752-B7B95BE29ED0}" dt="2025-10-23T08:54:35.188" v="2681" actId="20577"/>
          <ac:spMkLst>
            <pc:docMk/>
            <pc:sldMk cId="2534193516" sldId="260"/>
            <ac:spMk id="63" creationId="{917C149D-6F82-52E5-FB06-B71D9A2E2994}"/>
          </ac:spMkLst>
        </pc:spChg>
        <pc:spChg chg="add mod">
          <ac:chgData name="Caiden Logan Bonney" userId="d2c7f582-b6d3-4603-804b-a62bd6debacb" providerId="ADAL" clId="{515D5F93-BBD7-498A-9752-B7B95BE29ED0}" dt="2025-10-23T08:54:38.712" v="2682" actId="20577"/>
          <ac:spMkLst>
            <pc:docMk/>
            <pc:sldMk cId="2534193516" sldId="260"/>
            <ac:spMk id="72" creationId="{1DFE1816-D3E8-7F3A-8B29-22EC6CCC8A93}"/>
          </ac:spMkLst>
        </pc:spChg>
        <pc:spChg chg="del">
          <ac:chgData name="Caiden Logan Bonney" userId="d2c7f582-b6d3-4603-804b-a62bd6debacb" providerId="ADAL" clId="{515D5F93-BBD7-498A-9752-B7B95BE29ED0}" dt="2025-10-23T08:45:23.192" v="2399" actId="478"/>
          <ac:spMkLst>
            <pc:docMk/>
            <pc:sldMk cId="2534193516" sldId="260"/>
            <ac:spMk id="75" creationId="{15BAEA88-3DD4-8B21-A676-4EE055F8D3FE}"/>
          </ac:spMkLst>
        </pc:spChg>
        <pc:spChg chg="del mod">
          <ac:chgData name="Caiden Logan Bonney" userId="d2c7f582-b6d3-4603-804b-a62bd6debacb" providerId="ADAL" clId="{515D5F93-BBD7-498A-9752-B7B95BE29ED0}" dt="2025-10-23T08:45:21.654" v="2398" actId="478"/>
          <ac:spMkLst>
            <pc:docMk/>
            <pc:sldMk cId="2534193516" sldId="260"/>
            <ac:spMk id="76" creationId="{8870D7F3-8935-D47B-41CD-7C4D66169FB8}"/>
          </ac:spMkLst>
        </pc:spChg>
        <pc:spChg chg="del mod topLvl">
          <ac:chgData name="Caiden Logan Bonney" userId="d2c7f582-b6d3-4603-804b-a62bd6debacb" providerId="ADAL" clId="{515D5F93-BBD7-498A-9752-B7B95BE29ED0}" dt="2025-10-23T08:42:01.520" v="2365" actId="478"/>
          <ac:spMkLst>
            <pc:docMk/>
            <pc:sldMk cId="2534193516" sldId="260"/>
            <ac:spMk id="79" creationId="{D8380D38-8F5A-E3DA-88B2-28EF09D75657}"/>
          </ac:spMkLst>
        </pc:spChg>
        <pc:spChg chg="add mod">
          <ac:chgData name="Caiden Logan Bonney" userId="d2c7f582-b6d3-4603-804b-a62bd6debacb" providerId="ADAL" clId="{515D5F93-BBD7-498A-9752-B7B95BE29ED0}" dt="2025-10-23T08:54:53.988" v="2699" actId="20577"/>
          <ac:spMkLst>
            <pc:docMk/>
            <pc:sldMk cId="2534193516" sldId="260"/>
            <ac:spMk id="80" creationId="{52302084-97D3-2354-0F1E-6472A6E9D466}"/>
          </ac:spMkLst>
        </pc:spChg>
        <pc:spChg chg="del">
          <ac:chgData name="Caiden Logan Bonney" userId="d2c7f582-b6d3-4603-804b-a62bd6debacb" providerId="ADAL" clId="{515D5F93-BBD7-498A-9752-B7B95BE29ED0}" dt="2025-10-23T08:47:10.536" v="2469" actId="478"/>
          <ac:spMkLst>
            <pc:docMk/>
            <pc:sldMk cId="2534193516" sldId="260"/>
            <ac:spMk id="81" creationId="{BAA76A62-05D0-9B42-7170-1FCD3149D1AD}"/>
          </ac:spMkLst>
        </pc:spChg>
        <pc:spChg chg="del mod topLvl">
          <ac:chgData name="Caiden Logan Bonney" userId="d2c7f582-b6d3-4603-804b-a62bd6debacb" providerId="ADAL" clId="{515D5F93-BBD7-498A-9752-B7B95BE29ED0}" dt="2025-10-23T08:42:01.520" v="2365" actId="478"/>
          <ac:spMkLst>
            <pc:docMk/>
            <pc:sldMk cId="2534193516" sldId="260"/>
            <ac:spMk id="89" creationId="{A34E5D7D-97F7-D871-E3F3-F807F7BE35F9}"/>
          </ac:spMkLst>
        </pc:spChg>
        <pc:spChg chg="del">
          <ac:chgData name="Caiden Logan Bonney" userId="d2c7f582-b6d3-4603-804b-a62bd6debacb" providerId="ADAL" clId="{515D5F93-BBD7-498A-9752-B7B95BE29ED0}" dt="2025-10-23T08:42:01.520" v="2365" actId="478"/>
          <ac:spMkLst>
            <pc:docMk/>
            <pc:sldMk cId="2534193516" sldId="260"/>
            <ac:spMk id="91" creationId="{DDF32DCA-F7FC-3B69-47AE-AB100413865B}"/>
          </ac:spMkLst>
        </pc:spChg>
        <pc:spChg chg="del mod topLvl">
          <ac:chgData name="Caiden Logan Bonney" userId="d2c7f582-b6d3-4603-804b-a62bd6debacb" providerId="ADAL" clId="{515D5F93-BBD7-498A-9752-B7B95BE29ED0}" dt="2025-10-23T08:42:01.520" v="2365" actId="478"/>
          <ac:spMkLst>
            <pc:docMk/>
            <pc:sldMk cId="2534193516" sldId="260"/>
            <ac:spMk id="92" creationId="{4A27B9B1-143C-8E45-9382-DF9BF3359B6A}"/>
          </ac:spMkLst>
        </pc:spChg>
        <pc:spChg chg="del">
          <ac:chgData name="Caiden Logan Bonney" userId="d2c7f582-b6d3-4603-804b-a62bd6debacb" providerId="ADAL" clId="{515D5F93-BBD7-498A-9752-B7B95BE29ED0}" dt="2025-10-23T08:42:01.520" v="2365" actId="478"/>
          <ac:spMkLst>
            <pc:docMk/>
            <pc:sldMk cId="2534193516" sldId="260"/>
            <ac:spMk id="93" creationId="{BFEC329F-529B-827F-9808-4D5EF2DAF6D0}"/>
          </ac:spMkLst>
        </pc:spChg>
        <pc:spChg chg="del mod topLvl">
          <ac:chgData name="Caiden Logan Bonney" userId="d2c7f582-b6d3-4603-804b-a62bd6debacb" providerId="ADAL" clId="{515D5F93-BBD7-498A-9752-B7B95BE29ED0}" dt="2025-10-23T08:42:01.520" v="2365" actId="478"/>
          <ac:spMkLst>
            <pc:docMk/>
            <pc:sldMk cId="2534193516" sldId="260"/>
            <ac:spMk id="101" creationId="{6B92C61E-31C1-0578-77F1-E8F01B28CD96}"/>
          </ac:spMkLst>
        </pc:spChg>
        <pc:spChg chg="del">
          <ac:chgData name="Caiden Logan Bonney" userId="d2c7f582-b6d3-4603-804b-a62bd6debacb" providerId="ADAL" clId="{515D5F93-BBD7-498A-9752-B7B95BE29ED0}" dt="2025-10-23T08:42:01.520" v="2365" actId="478"/>
          <ac:spMkLst>
            <pc:docMk/>
            <pc:sldMk cId="2534193516" sldId="260"/>
            <ac:spMk id="104" creationId="{0E54B04C-577D-E5A8-56CD-B9417697AB9A}"/>
          </ac:spMkLst>
        </pc:spChg>
        <pc:spChg chg="add mod">
          <ac:chgData name="Caiden Logan Bonney" userId="d2c7f582-b6d3-4603-804b-a62bd6debacb" providerId="ADAL" clId="{515D5F93-BBD7-498A-9752-B7B95BE29ED0}" dt="2025-10-23T08:51:04.682" v="2543" actId="1076"/>
          <ac:spMkLst>
            <pc:docMk/>
            <pc:sldMk cId="2534193516" sldId="260"/>
            <ac:spMk id="106" creationId="{92A59688-69AD-9296-D47C-CCB5C7DBAEBC}"/>
          </ac:spMkLst>
        </pc:spChg>
        <pc:spChg chg="add mod">
          <ac:chgData name="Caiden Logan Bonney" userId="d2c7f582-b6d3-4603-804b-a62bd6debacb" providerId="ADAL" clId="{515D5F93-BBD7-498A-9752-B7B95BE29ED0}" dt="2025-10-23T08:51:37.632" v="2548" actId="20577"/>
          <ac:spMkLst>
            <pc:docMk/>
            <pc:sldMk cId="2534193516" sldId="260"/>
            <ac:spMk id="107" creationId="{A2283575-1F44-E7F5-E3B3-EEB1D5198144}"/>
          </ac:spMkLst>
        </pc:spChg>
        <pc:spChg chg="add mod">
          <ac:chgData name="Caiden Logan Bonney" userId="d2c7f582-b6d3-4603-804b-a62bd6debacb" providerId="ADAL" clId="{515D5F93-BBD7-498A-9752-B7B95BE29ED0}" dt="2025-10-23T09:56:40.871" v="3505" actId="164"/>
          <ac:spMkLst>
            <pc:docMk/>
            <pc:sldMk cId="2534193516" sldId="260"/>
            <ac:spMk id="108" creationId="{ED02C962-102C-237B-D716-0286A1DFA064}"/>
          </ac:spMkLst>
        </pc:spChg>
        <pc:spChg chg="add mod">
          <ac:chgData name="Caiden Logan Bonney" userId="d2c7f582-b6d3-4603-804b-a62bd6debacb" providerId="ADAL" clId="{515D5F93-BBD7-498A-9752-B7B95BE29ED0}" dt="2025-10-23T08:51:41.722" v="2550" actId="20577"/>
          <ac:spMkLst>
            <pc:docMk/>
            <pc:sldMk cId="2534193516" sldId="260"/>
            <ac:spMk id="109" creationId="{0CA89914-5432-50C7-4EAB-073941FBF7D7}"/>
          </ac:spMkLst>
        </pc:spChg>
        <pc:spChg chg="add del mod">
          <ac:chgData name="Caiden Logan Bonney" userId="d2c7f582-b6d3-4603-804b-a62bd6debacb" providerId="ADAL" clId="{515D5F93-BBD7-498A-9752-B7B95BE29ED0}" dt="2025-10-23T08:55:16.960" v="2708" actId="478"/>
          <ac:spMkLst>
            <pc:docMk/>
            <pc:sldMk cId="2534193516" sldId="260"/>
            <ac:spMk id="110" creationId="{E7B0D56D-B89E-66E4-D3F2-20DD40EF0D44}"/>
          </ac:spMkLst>
        </pc:spChg>
        <pc:spChg chg="add del mod">
          <ac:chgData name="Caiden Logan Bonney" userId="d2c7f582-b6d3-4603-804b-a62bd6debacb" providerId="ADAL" clId="{515D5F93-BBD7-498A-9752-B7B95BE29ED0}" dt="2025-10-23T08:55:44.841" v="2717" actId="478"/>
          <ac:spMkLst>
            <pc:docMk/>
            <pc:sldMk cId="2534193516" sldId="260"/>
            <ac:spMk id="116" creationId="{0D1E008E-4743-2D59-8173-E503E17BB239}"/>
          </ac:spMkLst>
        </pc:spChg>
        <pc:spChg chg="add mod">
          <ac:chgData name="Caiden Logan Bonney" userId="d2c7f582-b6d3-4603-804b-a62bd6debacb" providerId="ADAL" clId="{515D5F93-BBD7-498A-9752-B7B95BE29ED0}" dt="2025-10-23T09:56:40.871" v="3505" actId="164"/>
          <ac:spMkLst>
            <pc:docMk/>
            <pc:sldMk cId="2534193516" sldId="260"/>
            <ac:spMk id="117" creationId="{52D040AF-7A41-F6E0-B96B-284BF89AB5B2}"/>
          </ac:spMkLst>
        </pc:spChg>
        <pc:spChg chg="add mod">
          <ac:chgData name="Caiden Logan Bonney" userId="d2c7f582-b6d3-4603-804b-a62bd6debacb" providerId="ADAL" clId="{515D5F93-BBD7-498A-9752-B7B95BE29ED0}" dt="2025-10-23T11:07:38.852" v="4681" actId="27636"/>
          <ac:spMkLst>
            <pc:docMk/>
            <pc:sldMk cId="2534193516" sldId="260"/>
            <ac:spMk id="119" creationId="{F6104AF9-81D9-7881-89E4-E9560560ECD8}"/>
          </ac:spMkLst>
        </pc:spChg>
        <pc:spChg chg="add del mod">
          <ac:chgData name="Caiden Logan Bonney" userId="d2c7f582-b6d3-4603-804b-a62bd6debacb" providerId="ADAL" clId="{515D5F93-BBD7-498A-9752-B7B95BE29ED0}" dt="2025-10-23T08:55:47.734" v="2721" actId="478"/>
          <ac:spMkLst>
            <pc:docMk/>
            <pc:sldMk cId="2534193516" sldId="260"/>
            <ac:spMk id="121" creationId="{C1FDB5D4-436D-6442-FE05-659ED27A9073}"/>
          </ac:spMkLst>
        </pc:spChg>
        <pc:spChg chg="add del mod">
          <ac:chgData name="Caiden Logan Bonney" userId="d2c7f582-b6d3-4603-804b-a62bd6debacb" providerId="ADAL" clId="{515D5F93-BBD7-498A-9752-B7B95BE29ED0}" dt="2025-10-23T08:55:45.619" v="2718" actId="478"/>
          <ac:spMkLst>
            <pc:docMk/>
            <pc:sldMk cId="2534193516" sldId="260"/>
            <ac:spMk id="123" creationId="{12390F86-D555-50A3-73DA-372E0C193D94}"/>
          </ac:spMkLst>
        </pc:spChg>
        <pc:spChg chg="add mod">
          <ac:chgData name="Caiden Logan Bonney" userId="d2c7f582-b6d3-4603-804b-a62bd6debacb" providerId="ADAL" clId="{515D5F93-BBD7-498A-9752-B7B95BE29ED0}" dt="2025-10-23T08:55:40.927" v="2716" actId="20577"/>
          <ac:spMkLst>
            <pc:docMk/>
            <pc:sldMk cId="2534193516" sldId="260"/>
            <ac:spMk id="124" creationId="{10A37590-55FA-1860-7C9F-CB61B297FAC1}"/>
          </ac:spMkLst>
        </pc:spChg>
        <pc:spChg chg="add mod">
          <ac:chgData name="Caiden Logan Bonney" userId="d2c7f582-b6d3-4603-804b-a62bd6debacb" providerId="ADAL" clId="{515D5F93-BBD7-498A-9752-B7B95BE29ED0}" dt="2025-10-23T09:56:40.871" v="3505" actId="164"/>
          <ac:spMkLst>
            <pc:docMk/>
            <pc:sldMk cId="2534193516" sldId="260"/>
            <ac:spMk id="125" creationId="{FAB39E7F-03B7-1E50-115C-CF9B8F41B1F8}"/>
          </ac:spMkLst>
        </pc:spChg>
        <pc:spChg chg="add del mod">
          <ac:chgData name="Caiden Logan Bonney" userId="d2c7f582-b6d3-4603-804b-a62bd6debacb" providerId="ADAL" clId="{515D5F93-BBD7-498A-9752-B7B95BE29ED0}" dt="2025-10-23T08:55:46.356" v="2719" actId="478"/>
          <ac:spMkLst>
            <pc:docMk/>
            <pc:sldMk cId="2534193516" sldId="260"/>
            <ac:spMk id="126" creationId="{D94A3376-A01B-BBFF-4796-F1FD5671EE9F}"/>
          </ac:spMkLst>
        </pc:spChg>
        <pc:spChg chg="add mod">
          <ac:chgData name="Caiden Logan Bonney" userId="d2c7f582-b6d3-4603-804b-a62bd6debacb" providerId="ADAL" clId="{515D5F93-BBD7-498A-9752-B7B95BE29ED0}" dt="2025-10-23T08:58:47.892" v="2945" actId="1076"/>
          <ac:spMkLst>
            <pc:docMk/>
            <pc:sldMk cId="2534193516" sldId="260"/>
            <ac:spMk id="136" creationId="{3FE26B33-00A5-3DEA-53C9-232B07A50BC1}"/>
          </ac:spMkLst>
        </pc:spChg>
        <pc:spChg chg="add mod">
          <ac:chgData name="Caiden Logan Bonney" userId="d2c7f582-b6d3-4603-804b-a62bd6debacb" providerId="ADAL" clId="{515D5F93-BBD7-498A-9752-B7B95BE29ED0}" dt="2025-10-23T08:58:47.892" v="2945" actId="1076"/>
          <ac:spMkLst>
            <pc:docMk/>
            <pc:sldMk cId="2534193516" sldId="260"/>
            <ac:spMk id="137" creationId="{8644ADAE-2133-8092-FB7E-8BC63770CEC9}"/>
          </ac:spMkLst>
        </pc:spChg>
        <pc:spChg chg="add mod">
          <ac:chgData name="Caiden Logan Bonney" userId="d2c7f582-b6d3-4603-804b-a62bd6debacb" providerId="ADAL" clId="{515D5F93-BBD7-498A-9752-B7B95BE29ED0}" dt="2025-10-23T08:58:47.892" v="2945" actId="1076"/>
          <ac:spMkLst>
            <pc:docMk/>
            <pc:sldMk cId="2534193516" sldId="260"/>
            <ac:spMk id="138" creationId="{001A97C3-F18C-BB75-A2AD-FEE2AD0B9DCE}"/>
          </ac:spMkLst>
        </pc:spChg>
        <pc:spChg chg="add mod">
          <ac:chgData name="Caiden Logan Bonney" userId="d2c7f582-b6d3-4603-804b-a62bd6debacb" providerId="ADAL" clId="{515D5F93-BBD7-498A-9752-B7B95BE29ED0}" dt="2025-10-23T08:58:47.892" v="2945" actId="1076"/>
          <ac:spMkLst>
            <pc:docMk/>
            <pc:sldMk cId="2534193516" sldId="260"/>
            <ac:spMk id="141" creationId="{2CE27C2E-4C0D-33FD-BAD2-4E72A179DC86}"/>
          </ac:spMkLst>
        </pc:spChg>
        <pc:spChg chg="add mod">
          <ac:chgData name="Caiden Logan Bonney" userId="d2c7f582-b6d3-4603-804b-a62bd6debacb" providerId="ADAL" clId="{515D5F93-BBD7-498A-9752-B7B95BE29ED0}" dt="2025-10-23T08:58:47.892" v="2945" actId="1076"/>
          <ac:spMkLst>
            <pc:docMk/>
            <pc:sldMk cId="2534193516" sldId="260"/>
            <ac:spMk id="142" creationId="{738745C7-7E7D-A549-61F7-82E2DAEBEF72}"/>
          </ac:spMkLst>
        </pc:spChg>
        <pc:spChg chg="add mod">
          <ac:chgData name="Caiden Logan Bonney" userId="d2c7f582-b6d3-4603-804b-a62bd6debacb" providerId="ADAL" clId="{515D5F93-BBD7-498A-9752-B7B95BE29ED0}" dt="2025-10-23T08:58:47.892" v="2945" actId="1076"/>
          <ac:spMkLst>
            <pc:docMk/>
            <pc:sldMk cId="2534193516" sldId="260"/>
            <ac:spMk id="143" creationId="{F7CC22D6-4290-2FAF-907C-DC6CD363ED67}"/>
          </ac:spMkLst>
        </pc:spChg>
        <pc:spChg chg="add mod">
          <ac:chgData name="Caiden Logan Bonney" userId="d2c7f582-b6d3-4603-804b-a62bd6debacb" providerId="ADAL" clId="{515D5F93-BBD7-498A-9752-B7B95BE29ED0}" dt="2025-10-23T08:58:47.892" v="2945" actId="1076"/>
          <ac:spMkLst>
            <pc:docMk/>
            <pc:sldMk cId="2534193516" sldId="260"/>
            <ac:spMk id="144" creationId="{B5CC9E9B-5483-DA94-4D64-5379249CE932}"/>
          </ac:spMkLst>
        </pc:spChg>
        <pc:spChg chg="add mod">
          <ac:chgData name="Caiden Logan Bonney" userId="d2c7f582-b6d3-4603-804b-a62bd6debacb" providerId="ADAL" clId="{515D5F93-BBD7-498A-9752-B7B95BE29ED0}" dt="2025-10-23T08:58:47.892" v="2945" actId="1076"/>
          <ac:spMkLst>
            <pc:docMk/>
            <pc:sldMk cId="2534193516" sldId="260"/>
            <ac:spMk id="145" creationId="{5803AAB3-6CE8-A398-A5F3-9AC813B9F090}"/>
          </ac:spMkLst>
        </pc:spChg>
        <pc:spChg chg="add mod">
          <ac:chgData name="Caiden Logan Bonney" userId="d2c7f582-b6d3-4603-804b-a62bd6debacb" providerId="ADAL" clId="{515D5F93-BBD7-498A-9752-B7B95BE29ED0}" dt="2025-10-23T08:58:47.892" v="2945" actId="1076"/>
          <ac:spMkLst>
            <pc:docMk/>
            <pc:sldMk cId="2534193516" sldId="260"/>
            <ac:spMk id="146" creationId="{5A816BED-856D-66D9-A0B8-F24A58D2A3E6}"/>
          </ac:spMkLst>
        </pc:spChg>
        <pc:spChg chg="add mod">
          <ac:chgData name="Caiden Logan Bonney" userId="d2c7f582-b6d3-4603-804b-a62bd6debacb" providerId="ADAL" clId="{515D5F93-BBD7-498A-9752-B7B95BE29ED0}" dt="2025-10-23T08:58:47.892" v="2945" actId="1076"/>
          <ac:spMkLst>
            <pc:docMk/>
            <pc:sldMk cId="2534193516" sldId="260"/>
            <ac:spMk id="147" creationId="{2AB5310B-A1EF-9455-7880-8A825B4D69E9}"/>
          </ac:spMkLst>
        </pc:spChg>
        <pc:spChg chg="add mod topLvl">
          <ac:chgData name="Caiden Logan Bonney" userId="d2c7f582-b6d3-4603-804b-a62bd6debacb" providerId="ADAL" clId="{515D5F93-BBD7-498A-9752-B7B95BE29ED0}" dt="2025-10-23T09:03:29.843" v="3053" actId="27636"/>
          <ac:spMkLst>
            <pc:docMk/>
            <pc:sldMk cId="2534193516" sldId="260"/>
            <ac:spMk id="149" creationId="{A72F5205-4DF8-C464-E886-BF847570FFDF}"/>
          </ac:spMkLst>
        </pc:spChg>
        <pc:spChg chg="add mod topLvl">
          <ac:chgData name="Caiden Logan Bonney" userId="d2c7f582-b6d3-4603-804b-a62bd6debacb" providerId="ADAL" clId="{515D5F93-BBD7-498A-9752-B7B95BE29ED0}" dt="2025-10-23T09:03:35.300" v="3054" actId="20577"/>
          <ac:spMkLst>
            <pc:docMk/>
            <pc:sldMk cId="2534193516" sldId="260"/>
            <ac:spMk id="150" creationId="{9505A4AB-86EC-47A6-7410-D1173F332960}"/>
          </ac:spMkLst>
        </pc:spChg>
        <pc:spChg chg="add mod topLvl">
          <ac:chgData name="Caiden Logan Bonney" userId="d2c7f582-b6d3-4603-804b-a62bd6debacb" providerId="ADAL" clId="{515D5F93-BBD7-498A-9752-B7B95BE29ED0}" dt="2025-10-23T09:03:39.486" v="3056" actId="20577"/>
          <ac:spMkLst>
            <pc:docMk/>
            <pc:sldMk cId="2534193516" sldId="260"/>
            <ac:spMk id="152" creationId="{7AD2C304-B8B1-0072-F36E-DD8FE61BF6C3}"/>
          </ac:spMkLst>
        </pc:spChg>
        <pc:spChg chg="add mod topLvl">
          <ac:chgData name="Caiden Logan Bonney" userId="d2c7f582-b6d3-4603-804b-a62bd6debacb" providerId="ADAL" clId="{515D5F93-BBD7-498A-9752-B7B95BE29ED0}" dt="2025-10-23T09:03:40.848" v="3057" actId="20577"/>
          <ac:spMkLst>
            <pc:docMk/>
            <pc:sldMk cId="2534193516" sldId="260"/>
            <ac:spMk id="154" creationId="{D24CF7E4-8E99-5DF0-FF93-3D568796417B}"/>
          </ac:spMkLst>
        </pc:spChg>
        <pc:spChg chg="add mod">
          <ac:chgData name="Caiden Logan Bonney" userId="d2c7f582-b6d3-4603-804b-a62bd6debacb" providerId="ADAL" clId="{515D5F93-BBD7-498A-9752-B7B95BE29ED0}" dt="2025-10-23T09:02:02.150" v="2992" actId="20577"/>
          <ac:spMkLst>
            <pc:docMk/>
            <pc:sldMk cId="2534193516" sldId="260"/>
            <ac:spMk id="156" creationId="{5CA1A2DE-4875-7EC9-B841-CCEB0F567AD1}"/>
          </ac:spMkLst>
        </pc:spChg>
        <pc:spChg chg="add mod">
          <ac:chgData name="Caiden Logan Bonney" userId="d2c7f582-b6d3-4603-804b-a62bd6debacb" providerId="ADAL" clId="{515D5F93-BBD7-498A-9752-B7B95BE29ED0}" dt="2025-10-23T09:02:03.888" v="2993" actId="20577"/>
          <ac:spMkLst>
            <pc:docMk/>
            <pc:sldMk cId="2534193516" sldId="260"/>
            <ac:spMk id="157" creationId="{B8973E92-C7D2-FBEA-FAE1-03083155EF46}"/>
          </ac:spMkLst>
        </pc:spChg>
        <pc:spChg chg="add mod">
          <ac:chgData name="Caiden Logan Bonney" userId="d2c7f582-b6d3-4603-804b-a62bd6debacb" providerId="ADAL" clId="{515D5F93-BBD7-498A-9752-B7B95BE29ED0}" dt="2025-10-23T09:56:40.871" v="3505" actId="164"/>
          <ac:spMkLst>
            <pc:docMk/>
            <pc:sldMk cId="2534193516" sldId="260"/>
            <ac:spMk id="158" creationId="{B8067C2F-EB1B-1D5C-30FD-BF9EF17A0589}"/>
          </ac:spMkLst>
        </pc:spChg>
        <pc:spChg chg="add mod">
          <ac:chgData name="Caiden Logan Bonney" userId="d2c7f582-b6d3-4603-804b-a62bd6debacb" providerId="ADAL" clId="{515D5F93-BBD7-498A-9752-B7B95BE29ED0}" dt="2025-10-23T09:02:09.419" v="2996" actId="20577"/>
          <ac:spMkLst>
            <pc:docMk/>
            <pc:sldMk cId="2534193516" sldId="260"/>
            <ac:spMk id="159" creationId="{EF1DDBCF-D25C-594A-2BB2-FD0223D5024E}"/>
          </ac:spMkLst>
        </pc:spChg>
        <pc:spChg chg="add mod topLvl">
          <ac:chgData name="Caiden Logan Bonney" userId="d2c7f582-b6d3-4603-804b-a62bd6debacb" providerId="ADAL" clId="{515D5F93-BBD7-498A-9752-B7B95BE29ED0}" dt="2025-10-23T09:03:37.465" v="3055" actId="20577"/>
          <ac:spMkLst>
            <pc:docMk/>
            <pc:sldMk cId="2534193516" sldId="260"/>
            <ac:spMk id="160" creationId="{0A2E08C7-38BE-2ABB-5C7F-CE4D93C97C45}"/>
          </ac:spMkLst>
        </pc:spChg>
        <pc:spChg chg="add mod">
          <ac:chgData name="Caiden Logan Bonney" userId="d2c7f582-b6d3-4603-804b-a62bd6debacb" providerId="ADAL" clId="{515D5F93-BBD7-498A-9752-B7B95BE29ED0}" dt="2025-10-23T09:02:07.684" v="2995" actId="20577"/>
          <ac:spMkLst>
            <pc:docMk/>
            <pc:sldMk cId="2534193516" sldId="260"/>
            <ac:spMk id="179" creationId="{D9541B53-0634-AD24-ABD6-00E677F81A7F}"/>
          </ac:spMkLst>
        </pc:spChg>
        <pc:spChg chg="add del mod">
          <ac:chgData name="Caiden Logan Bonney" userId="d2c7f582-b6d3-4603-804b-a62bd6debacb" providerId="ADAL" clId="{515D5F93-BBD7-498A-9752-B7B95BE29ED0}" dt="2025-10-23T09:04:00.065" v="3060" actId="478"/>
          <ac:spMkLst>
            <pc:docMk/>
            <pc:sldMk cId="2534193516" sldId="260"/>
            <ac:spMk id="181" creationId="{7C3952A2-E470-7BE3-BD97-8E6AE271DBC4}"/>
          </ac:spMkLst>
        </pc:spChg>
        <pc:spChg chg="del">
          <ac:chgData name="Caiden Logan Bonney" userId="d2c7f582-b6d3-4603-804b-a62bd6debacb" providerId="ADAL" clId="{515D5F93-BBD7-498A-9752-B7B95BE29ED0}" dt="2025-10-23T09:04:00.065" v="3060" actId="478"/>
          <ac:spMkLst>
            <pc:docMk/>
            <pc:sldMk cId="2534193516" sldId="260"/>
            <ac:spMk id="182" creationId="{A93CB80B-E350-1F57-CAC0-E69295243BC6}"/>
          </ac:spMkLst>
        </pc:spChg>
        <pc:spChg chg="del">
          <ac:chgData name="Caiden Logan Bonney" userId="d2c7f582-b6d3-4603-804b-a62bd6debacb" providerId="ADAL" clId="{515D5F93-BBD7-498A-9752-B7B95BE29ED0}" dt="2025-10-23T09:04:00.065" v="3060" actId="478"/>
          <ac:spMkLst>
            <pc:docMk/>
            <pc:sldMk cId="2534193516" sldId="260"/>
            <ac:spMk id="184" creationId="{9F32136D-63B3-DE2A-7B01-86158A63C3AF}"/>
          </ac:spMkLst>
        </pc:spChg>
        <pc:spChg chg="del">
          <ac:chgData name="Caiden Logan Bonney" userId="d2c7f582-b6d3-4603-804b-a62bd6debacb" providerId="ADAL" clId="{515D5F93-BBD7-498A-9752-B7B95BE29ED0}" dt="2025-10-23T09:04:00.065" v="3060" actId="478"/>
          <ac:spMkLst>
            <pc:docMk/>
            <pc:sldMk cId="2534193516" sldId="260"/>
            <ac:spMk id="186" creationId="{CEE3B255-2872-601B-E4BF-6101B71A09EF}"/>
          </ac:spMkLst>
        </pc:spChg>
        <pc:spChg chg="add del mod">
          <ac:chgData name="Caiden Logan Bonney" userId="d2c7f582-b6d3-4603-804b-a62bd6debacb" providerId="ADAL" clId="{515D5F93-BBD7-498A-9752-B7B95BE29ED0}" dt="2025-10-23T09:04:00.065" v="3060" actId="478"/>
          <ac:spMkLst>
            <pc:docMk/>
            <pc:sldMk cId="2534193516" sldId="260"/>
            <ac:spMk id="189" creationId="{95723A4E-5477-FE0D-4F51-FC1B1F35314C}"/>
          </ac:spMkLst>
        </pc:spChg>
        <pc:spChg chg="del">
          <ac:chgData name="Caiden Logan Bonney" userId="d2c7f582-b6d3-4603-804b-a62bd6debacb" providerId="ADAL" clId="{515D5F93-BBD7-498A-9752-B7B95BE29ED0}" dt="2025-10-23T09:04:00.065" v="3060" actId="478"/>
          <ac:spMkLst>
            <pc:docMk/>
            <pc:sldMk cId="2534193516" sldId="260"/>
            <ac:spMk id="190" creationId="{7A09633A-F39D-23E9-5D1D-5250B6806F3C}"/>
          </ac:spMkLst>
        </pc:spChg>
        <pc:spChg chg="add mod">
          <ac:chgData name="Caiden Logan Bonney" userId="d2c7f582-b6d3-4603-804b-a62bd6debacb" providerId="ADAL" clId="{515D5F93-BBD7-498A-9752-B7B95BE29ED0}" dt="2025-10-23T09:03:51.370" v="3059" actId="1076"/>
          <ac:spMkLst>
            <pc:docMk/>
            <pc:sldMk cId="2534193516" sldId="260"/>
            <ac:spMk id="191" creationId="{E8FDEBC8-0DBE-A519-5411-43121692D6C0}"/>
          </ac:spMkLst>
        </pc:spChg>
        <pc:spChg chg="del">
          <ac:chgData name="Caiden Logan Bonney" userId="d2c7f582-b6d3-4603-804b-a62bd6debacb" providerId="ADAL" clId="{515D5F93-BBD7-498A-9752-B7B95BE29ED0}" dt="2025-10-23T09:04:00.065" v="3060" actId="478"/>
          <ac:spMkLst>
            <pc:docMk/>
            <pc:sldMk cId="2534193516" sldId="260"/>
            <ac:spMk id="192" creationId="{7006FB71-0F8B-92C9-B317-477E8476C3A9}"/>
          </ac:spMkLst>
        </pc:spChg>
        <pc:spChg chg="add del mod">
          <ac:chgData name="Caiden Logan Bonney" userId="d2c7f582-b6d3-4603-804b-a62bd6debacb" providerId="ADAL" clId="{515D5F93-BBD7-498A-9752-B7B95BE29ED0}" dt="2025-10-23T09:04:00.065" v="3060" actId="478"/>
          <ac:spMkLst>
            <pc:docMk/>
            <pc:sldMk cId="2534193516" sldId="260"/>
            <ac:spMk id="194" creationId="{BDD70A8C-208E-015F-B256-BFCE9A5D7551}"/>
          </ac:spMkLst>
        </pc:spChg>
        <pc:spChg chg="del">
          <ac:chgData name="Caiden Logan Bonney" userId="d2c7f582-b6d3-4603-804b-a62bd6debacb" providerId="ADAL" clId="{515D5F93-BBD7-498A-9752-B7B95BE29ED0}" dt="2025-10-23T09:04:00.065" v="3060" actId="478"/>
          <ac:spMkLst>
            <pc:docMk/>
            <pc:sldMk cId="2534193516" sldId="260"/>
            <ac:spMk id="196" creationId="{BA3372B3-011C-B75E-F66C-2D3C013CA468}"/>
          </ac:spMkLst>
        </pc:spChg>
        <pc:spChg chg="del">
          <ac:chgData name="Caiden Logan Bonney" userId="d2c7f582-b6d3-4603-804b-a62bd6debacb" providerId="ADAL" clId="{515D5F93-BBD7-498A-9752-B7B95BE29ED0}" dt="2025-10-23T09:04:00.065" v="3060" actId="478"/>
          <ac:spMkLst>
            <pc:docMk/>
            <pc:sldMk cId="2534193516" sldId="260"/>
            <ac:spMk id="197" creationId="{F9490C82-9F50-0B39-6765-B846C82315DD}"/>
          </ac:spMkLst>
        </pc:spChg>
        <pc:spChg chg="add mod">
          <ac:chgData name="Caiden Logan Bonney" userId="d2c7f582-b6d3-4603-804b-a62bd6debacb" providerId="ADAL" clId="{515D5F93-BBD7-498A-9752-B7B95BE29ED0}" dt="2025-10-23T09:09:29.783" v="3131" actId="20577"/>
          <ac:spMkLst>
            <pc:docMk/>
            <pc:sldMk cId="2534193516" sldId="260"/>
            <ac:spMk id="202" creationId="{7AE6FD33-4B59-CF63-B16F-9DBB2C38D4AC}"/>
          </ac:spMkLst>
        </pc:spChg>
        <pc:spChg chg="add mod">
          <ac:chgData name="Caiden Logan Bonney" userId="d2c7f582-b6d3-4603-804b-a62bd6debacb" providerId="ADAL" clId="{515D5F93-BBD7-498A-9752-B7B95BE29ED0}" dt="2025-10-23T09:56:40.871" v="3505" actId="164"/>
          <ac:spMkLst>
            <pc:docMk/>
            <pc:sldMk cId="2534193516" sldId="260"/>
            <ac:spMk id="203" creationId="{9FC8969A-A68F-FEBD-BC5A-AA033FB54777}"/>
          </ac:spMkLst>
        </pc:spChg>
        <pc:spChg chg="mod">
          <ac:chgData name="Caiden Logan Bonney" userId="d2c7f582-b6d3-4603-804b-a62bd6debacb" providerId="ADAL" clId="{515D5F93-BBD7-498A-9752-B7B95BE29ED0}" dt="2025-10-23T09:09:33.283" v="3133" actId="20577"/>
          <ac:spMkLst>
            <pc:docMk/>
            <pc:sldMk cId="2534193516" sldId="260"/>
            <ac:spMk id="204" creationId="{DCDD36ED-2696-1B49-D618-A71BE4B70F7A}"/>
          </ac:spMkLst>
        </pc:spChg>
        <pc:spChg chg="add mod">
          <ac:chgData name="Caiden Logan Bonney" userId="d2c7f582-b6d3-4603-804b-a62bd6debacb" providerId="ADAL" clId="{515D5F93-BBD7-498A-9752-B7B95BE29ED0}" dt="2025-10-23T09:56:40.871" v="3505" actId="164"/>
          <ac:spMkLst>
            <pc:docMk/>
            <pc:sldMk cId="2534193516" sldId="260"/>
            <ac:spMk id="205" creationId="{CA686D20-1757-C856-68FE-66F0BEFD7D76}"/>
          </ac:spMkLst>
        </pc:spChg>
        <pc:spChg chg="mod">
          <ac:chgData name="Caiden Logan Bonney" userId="d2c7f582-b6d3-4603-804b-a62bd6debacb" providerId="ADAL" clId="{515D5F93-BBD7-498A-9752-B7B95BE29ED0}" dt="2025-10-23T09:09:39.647" v="3136" actId="20577"/>
          <ac:spMkLst>
            <pc:docMk/>
            <pc:sldMk cId="2534193516" sldId="260"/>
            <ac:spMk id="206" creationId="{F030F187-B6AC-B58A-FCB2-897988A40908}"/>
          </ac:spMkLst>
        </pc:spChg>
        <pc:spChg chg="add mod">
          <ac:chgData name="Caiden Logan Bonney" userId="d2c7f582-b6d3-4603-804b-a62bd6debacb" providerId="ADAL" clId="{515D5F93-BBD7-498A-9752-B7B95BE29ED0}" dt="2025-10-23T09:09:41.573" v="3137" actId="20577"/>
          <ac:spMkLst>
            <pc:docMk/>
            <pc:sldMk cId="2534193516" sldId="260"/>
            <ac:spMk id="207" creationId="{7CCF0C7E-9888-40C0-648B-4DFEEDDBC737}"/>
          </ac:spMkLst>
        </pc:spChg>
        <pc:spChg chg="add mod">
          <ac:chgData name="Caiden Logan Bonney" userId="d2c7f582-b6d3-4603-804b-a62bd6debacb" providerId="ADAL" clId="{515D5F93-BBD7-498A-9752-B7B95BE29ED0}" dt="2025-10-23T09:56:40.871" v="3505" actId="164"/>
          <ac:spMkLst>
            <pc:docMk/>
            <pc:sldMk cId="2534193516" sldId="260"/>
            <ac:spMk id="208" creationId="{0E893338-CE8A-A87B-4F27-7414CBD12DDA}"/>
          </ac:spMkLst>
        </pc:spChg>
        <pc:spChg chg="mod">
          <ac:chgData name="Caiden Logan Bonney" userId="d2c7f582-b6d3-4603-804b-a62bd6debacb" providerId="ADAL" clId="{515D5F93-BBD7-498A-9752-B7B95BE29ED0}" dt="2025-10-23T09:09:59.122" v="3148" actId="27636"/>
          <ac:spMkLst>
            <pc:docMk/>
            <pc:sldMk cId="2534193516" sldId="260"/>
            <ac:spMk id="209" creationId="{2C69568A-ED58-37BF-363A-07E70F638A83}"/>
          </ac:spMkLst>
        </pc:spChg>
        <pc:spChg chg="mod">
          <ac:chgData name="Caiden Logan Bonney" userId="d2c7f582-b6d3-4603-804b-a62bd6debacb" providerId="ADAL" clId="{515D5F93-BBD7-498A-9752-B7B95BE29ED0}" dt="2025-10-23T09:09:43.174" v="3138" actId="20577"/>
          <ac:spMkLst>
            <pc:docMk/>
            <pc:sldMk cId="2534193516" sldId="260"/>
            <ac:spMk id="210" creationId="{6AABA2E2-F19A-2609-AD83-D1BF913F201C}"/>
          </ac:spMkLst>
        </pc:spChg>
        <pc:spChg chg="add mod">
          <ac:chgData name="Caiden Logan Bonney" userId="d2c7f582-b6d3-4603-804b-a62bd6debacb" providerId="ADAL" clId="{515D5F93-BBD7-498A-9752-B7B95BE29ED0}" dt="2025-10-23T09:09:35.546" v="3134" actId="20577"/>
          <ac:spMkLst>
            <pc:docMk/>
            <pc:sldMk cId="2534193516" sldId="260"/>
            <ac:spMk id="212" creationId="{17ADCCC8-96CE-7B47-23C4-6EE37DF699E6}"/>
          </ac:spMkLst>
        </pc:spChg>
        <pc:spChg chg="add mod">
          <ac:chgData name="Caiden Logan Bonney" userId="d2c7f582-b6d3-4603-804b-a62bd6debacb" providerId="ADAL" clId="{515D5F93-BBD7-498A-9752-B7B95BE29ED0}" dt="2025-10-23T09:16:22.050" v="3504" actId="20577"/>
          <ac:spMkLst>
            <pc:docMk/>
            <pc:sldMk cId="2534193516" sldId="260"/>
            <ac:spMk id="277" creationId="{B706432C-A185-E73D-D53E-7DEC5562940F}"/>
          </ac:spMkLst>
        </pc:spChg>
        <pc:grpChg chg="mod">
          <ac:chgData name="Caiden Logan Bonney" userId="d2c7f582-b6d3-4603-804b-a62bd6debacb" providerId="ADAL" clId="{515D5F93-BBD7-498A-9752-B7B95BE29ED0}" dt="2025-10-23T08:36:34.485" v="2147" actId="1076"/>
          <ac:grpSpMkLst>
            <pc:docMk/>
            <pc:sldMk cId="2534193516" sldId="260"/>
            <ac:grpSpMk id="2" creationId="{7DAB71A7-CA30-BD4E-3DB3-D3DA99419245}"/>
          </ac:grpSpMkLst>
        </pc:grpChg>
        <pc:grpChg chg="add del mod">
          <ac:chgData name="Caiden Logan Bonney" userId="d2c7f582-b6d3-4603-804b-a62bd6debacb" providerId="ADAL" clId="{515D5F93-BBD7-498A-9752-B7B95BE29ED0}" dt="2025-10-23T09:00:47.308" v="2973" actId="165"/>
          <ac:grpSpMkLst>
            <pc:docMk/>
            <pc:sldMk cId="2534193516" sldId="260"/>
            <ac:grpSpMk id="169" creationId="{D00FED11-12FC-1EE8-CFE0-C4C18013C1BE}"/>
          </ac:grpSpMkLst>
        </pc:grpChg>
        <pc:grpChg chg="mod">
          <ac:chgData name="Caiden Logan Bonney" userId="d2c7f582-b6d3-4603-804b-a62bd6debacb" providerId="ADAL" clId="{515D5F93-BBD7-498A-9752-B7B95BE29ED0}" dt="2025-10-23T09:56:57.146" v="3507" actId="1076"/>
          <ac:grpSpMkLst>
            <pc:docMk/>
            <pc:sldMk cId="2534193516" sldId="260"/>
            <ac:grpSpMk id="283" creationId="{E760B992-FFFF-4EFE-AC1E-6CAA66AE2336}"/>
          </ac:grpSpMkLst>
        </pc:grpChg>
        <pc:cxnChg chg="mod">
          <ac:chgData name="Caiden Logan Bonney" userId="d2c7f582-b6d3-4603-804b-a62bd6debacb" providerId="ADAL" clId="{515D5F93-BBD7-498A-9752-B7B95BE29ED0}" dt="2025-10-23T08:37:53.206" v="2195" actId="1076"/>
          <ac:cxnSpMkLst>
            <pc:docMk/>
            <pc:sldMk cId="2534193516" sldId="260"/>
            <ac:cxnSpMk id="8" creationId="{E950B3FE-BEDC-3B9B-809E-71E66D8CDBD0}"/>
          </ac:cxnSpMkLst>
        </pc:cxnChg>
        <pc:cxnChg chg="add del mod">
          <ac:chgData name="Caiden Logan Bonney" userId="d2c7f582-b6d3-4603-804b-a62bd6debacb" providerId="ADAL" clId="{515D5F93-BBD7-498A-9752-B7B95BE29ED0}" dt="2025-10-23T08:45:14.336" v="2393" actId="478"/>
          <ac:cxnSpMkLst>
            <pc:docMk/>
            <pc:sldMk cId="2534193516" sldId="260"/>
            <ac:cxnSpMk id="11" creationId="{70FEDE40-83A5-BD32-A968-97CD451A5D5A}"/>
          </ac:cxnSpMkLst>
        </pc:cxnChg>
        <pc:cxnChg chg="del mod">
          <ac:chgData name="Caiden Logan Bonney" userId="d2c7f582-b6d3-4603-804b-a62bd6debacb" providerId="ADAL" clId="{515D5F93-BBD7-498A-9752-B7B95BE29ED0}" dt="2025-10-23T08:41:58.267" v="2364" actId="478"/>
          <ac:cxnSpMkLst>
            <pc:docMk/>
            <pc:sldMk cId="2534193516" sldId="260"/>
            <ac:cxnSpMk id="14" creationId="{0DDFA18F-88D4-60D7-324A-7E1CCA880CB1}"/>
          </ac:cxnSpMkLst>
        </pc:cxnChg>
        <pc:cxnChg chg="del mod">
          <ac:chgData name="Caiden Logan Bonney" userId="d2c7f582-b6d3-4603-804b-a62bd6debacb" providerId="ADAL" clId="{515D5F93-BBD7-498A-9752-B7B95BE29ED0}" dt="2025-10-23T08:41:58.267" v="2364" actId="478"/>
          <ac:cxnSpMkLst>
            <pc:docMk/>
            <pc:sldMk cId="2534193516" sldId="260"/>
            <ac:cxnSpMk id="15" creationId="{569D234E-E503-8049-4E41-A58FBB5F5D4C}"/>
          </ac:cxnSpMkLst>
        </pc:cxnChg>
        <pc:cxnChg chg="add mod">
          <ac:chgData name="Caiden Logan Bonney" userId="d2c7f582-b6d3-4603-804b-a62bd6debacb" providerId="ADAL" clId="{515D5F93-BBD7-498A-9752-B7B95BE29ED0}" dt="2025-10-23T08:45:37.738" v="2403" actId="14100"/>
          <ac:cxnSpMkLst>
            <pc:docMk/>
            <pc:sldMk cId="2534193516" sldId="260"/>
            <ac:cxnSpMk id="26" creationId="{AE6E3E61-C5C4-3F5B-3387-D0D77DBDB981}"/>
          </ac:cxnSpMkLst>
        </pc:cxnChg>
        <pc:cxnChg chg="add mod">
          <ac:chgData name="Caiden Logan Bonney" userId="d2c7f582-b6d3-4603-804b-a62bd6debacb" providerId="ADAL" clId="{515D5F93-BBD7-498A-9752-B7B95BE29ED0}" dt="2025-10-23T08:45:31.876" v="2401" actId="14100"/>
          <ac:cxnSpMkLst>
            <pc:docMk/>
            <pc:sldMk cId="2534193516" sldId="260"/>
            <ac:cxnSpMk id="30" creationId="{51C9E1DC-98AF-4B38-E123-C87B932F2761}"/>
          </ac:cxnSpMkLst>
        </pc:cxnChg>
        <pc:cxnChg chg="del mod">
          <ac:chgData name="Caiden Logan Bonney" userId="d2c7f582-b6d3-4603-804b-a62bd6debacb" providerId="ADAL" clId="{515D5F93-BBD7-498A-9752-B7B95BE29ED0}" dt="2025-10-23T08:45:13.400" v="2392" actId="478"/>
          <ac:cxnSpMkLst>
            <pc:docMk/>
            <pc:sldMk cId="2534193516" sldId="260"/>
            <ac:cxnSpMk id="40" creationId="{FE1A2F0A-DD87-3D9F-7EAE-0C7805F04323}"/>
          </ac:cxnSpMkLst>
        </pc:cxnChg>
        <pc:cxnChg chg="add mod">
          <ac:chgData name="Caiden Logan Bonney" userId="d2c7f582-b6d3-4603-804b-a62bd6debacb" providerId="ADAL" clId="{515D5F93-BBD7-498A-9752-B7B95BE29ED0}" dt="2025-10-23T08:45:48.304" v="2406" actId="14100"/>
          <ac:cxnSpMkLst>
            <pc:docMk/>
            <pc:sldMk cId="2534193516" sldId="260"/>
            <ac:cxnSpMk id="42" creationId="{75B5D733-E83E-B0E7-A7CD-CDC4D3058610}"/>
          </ac:cxnSpMkLst>
        </pc:cxnChg>
        <pc:cxnChg chg="add del mod">
          <ac:chgData name="Caiden Logan Bonney" userId="d2c7f582-b6d3-4603-804b-a62bd6debacb" providerId="ADAL" clId="{515D5F93-BBD7-498A-9752-B7B95BE29ED0}" dt="2025-10-23T08:48:44.342" v="2479" actId="478"/>
          <ac:cxnSpMkLst>
            <pc:docMk/>
            <pc:sldMk cId="2534193516" sldId="260"/>
            <ac:cxnSpMk id="45" creationId="{9C2E4D3E-E31A-ED0F-CA56-BBC0722990C9}"/>
          </ac:cxnSpMkLst>
        </pc:cxnChg>
        <pc:cxnChg chg="add mod">
          <ac:chgData name="Caiden Logan Bonney" userId="d2c7f582-b6d3-4603-804b-a62bd6debacb" providerId="ADAL" clId="{515D5F93-BBD7-498A-9752-B7B95BE29ED0}" dt="2025-10-23T08:48:16.016" v="2474"/>
          <ac:cxnSpMkLst>
            <pc:docMk/>
            <pc:sldMk cId="2534193516" sldId="260"/>
            <ac:cxnSpMk id="47" creationId="{2D5AC962-FDB9-CDA9-F638-C493104EC63F}"/>
          </ac:cxnSpMkLst>
        </pc:cxnChg>
        <pc:cxnChg chg="add mod">
          <ac:chgData name="Caiden Logan Bonney" userId="d2c7f582-b6d3-4603-804b-a62bd6debacb" providerId="ADAL" clId="{515D5F93-BBD7-498A-9752-B7B95BE29ED0}" dt="2025-10-23T08:50:20.960" v="2534" actId="14100"/>
          <ac:cxnSpMkLst>
            <pc:docMk/>
            <pc:sldMk cId="2534193516" sldId="260"/>
            <ac:cxnSpMk id="50" creationId="{832DF972-888F-FF9B-2341-6FFE2688F4CA}"/>
          </ac:cxnSpMkLst>
        </pc:cxnChg>
        <pc:cxnChg chg="del mod">
          <ac:chgData name="Caiden Logan Bonney" userId="d2c7f582-b6d3-4603-804b-a62bd6debacb" providerId="ADAL" clId="{515D5F93-BBD7-498A-9752-B7B95BE29ED0}" dt="2025-10-23T08:45:15.400" v="2394" actId="478"/>
          <ac:cxnSpMkLst>
            <pc:docMk/>
            <pc:sldMk cId="2534193516" sldId="260"/>
            <ac:cxnSpMk id="52" creationId="{8FDBD9C6-D558-B74A-51FC-D4F1F0D6DA98}"/>
          </ac:cxnSpMkLst>
        </pc:cxnChg>
        <pc:cxnChg chg="del mod">
          <ac:chgData name="Caiden Logan Bonney" userId="d2c7f582-b6d3-4603-804b-a62bd6debacb" providerId="ADAL" clId="{515D5F93-BBD7-498A-9752-B7B95BE29ED0}" dt="2025-10-23T08:41:58.267" v="2364" actId="478"/>
          <ac:cxnSpMkLst>
            <pc:docMk/>
            <pc:sldMk cId="2534193516" sldId="260"/>
            <ac:cxnSpMk id="55" creationId="{9895D056-988E-C313-FACD-4EB632DF899D}"/>
          </ac:cxnSpMkLst>
        </pc:cxnChg>
        <pc:cxnChg chg="mod">
          <ac:chgData name="Caiden Logan Bonney" userId="d2c7f582-b6d3-4603-804b-a62bd6debacb" providerId="ADAL" clId="{515D5F93-BBD7-498A-9752-B7B95BE29ED0}" dt="2025-10-23T08:41:58.267" v="2364" actId="478"/>
          <ac:cxnSpMkLst>
            <pc:docMk/>
            <pc:sldMk cId="2534193516" sldId="260"/>
            <ac:cxnSpMk id="59" creationId="{70A593E6-0F80-E51A-69CD-1FC8A7B2A8C0}"/>
          </ac:cxnSpMkLst>
        </pc:cxnChg>
        <pc:cxnChg chg="add mod">
          <ac:chgData name="Caiden Logan Bonney" userId="d2c7f582-b6d3-4603-804b-a62bd6debacb" providerId="ADAL" clId="{515D5F93-BBD7-498A-9752-B7B95BE29ED0}" dt="2025-10-23T08:50:17.215" v="2533" actId="14100"/>
          <ac:cxnSpMkLst>
            <pc:docMk/>
            <pc:sldMk cId="2534193516" sldId="260"/>
            <ac:cxnSpMk id="64" creationId="{86A17373-159B-3A10-47EF-39C982F852CB}"/>
          </ac:cxnSpMkLst>
        </pc:cxnChg>
        <pc:cxnChg chg="del mod">
          <ac:chgData name="Caiden Logan Bonney" userId="d2c7f582-b6d3-4603-804b-a62bd6debacb" providerId="ADAL" clId="{515D5F93-BBD7-498A-9752-B7B95BE29ED0}" dt="2025-10-23T08:44:57.034" v="2387" actId="478"/>
          <ac:cxnSpMkLst>
            <pc:docMk/>
            <pc:sldMk cId="2534193516" sldId="260"/>
            <ac:cxnSpMk id="67" creationId="{02F7D6C7-924E-444E-3257-8E12BB2838BD}"/>
          </ac:cxnSpMkLst>
        </pc:cxnChg>
        <pc:cxnChg chg="add mod">
          <ac:chgData name="Caiden Logan Bonney" userId="d2c7f582-b6d3-4603-804b-a62bd6debacb" providerId="ADAL" clId="{515D5F93-BBD7-498A-9752-B7B95BE29ED0}" dt="2025-10-23T08:58:24.851" v="2941" actId="14100"/>
          <ac:cxnSpMkLst>
            <pc:docMk/>
            <pc:sldMk cId="2534193516" sldId="260"/>
            <ac:cxnSpMk id="74" creationId="{57974271-BF38-CFDF-1655-9BE15F6F68B9}"/>
          </ac:cxnSpMkLst>
        </pc:cxnChg>
        <pc:cxnChg chg="add mod">
          <ac:chgData name="Caiden Logan Bonney" userId="d2c7f582-b6d3-4603-804b-a62bd6debacb" providerId="ADAL" clId="{515D5F93-BBD7-498A-9752-B7B95BE29ED0}" dt="2025-10-23T08:50:25.758" v="2535" actId="14100"/>
          <ac:cxnSpMkLst>
            <pc:docMk/>
            <pc:sldMk cId="2534193516" sldId="260"/>
            <ac:cxnSpMk id="82" creationId="{9A413615-6D0E-F040-2736-AB824025A19E}"/>
          </ac:cxnSpMkLst>
        </pc:cxnChg>
        <pc:cxnChg chg="del mod">
          <ac:chgData name="Caiden Logan Bonney" userId="d2c7f582-b6d3-4603-804b-a62bd6debacb" providerId="ADAL" clId="{515D5F93-BBD7-498A-9752-B7B95BE29ED0}" dt="2025-10-23T08:47:12.651" v="2470" actId="478"/>
          <ac:cxnSpMkLst>
            <pc:docMk/>
            <pc:sldMk cId="2534193516" sldId="260"/>
            <ac:cxnSpMk id="85" creationId="{54B29369-34D0-649C-FA3A-3AA10723853F}"/>
          </ac:cxnSpMkLst>
        </pc:cxnChg>
        <pc:cxnChg chg="del mod">
          <ac:chgData name="Caiden Logan Bonney" userId="d2c7f582-b6d3-4603-804b-a62bd6debacb" providerId="ADAL" clId="{515D5F93-BBD7-498A-9752-B7B95BE29ED0}" dt="2025-10-23T08:42:05.329" v="2367" actId="478"/>
          <ac:cxnSpMkLst>
            <pc:docMk/>
            <pc:sldMk cId="2534193516" sldId="260"/>
            <ac:cxnSpMk id="86" creationId="{1D673692-7437-0337-0D26-01297AC5E417}"/>
          </ac:cxnSpMkLst>
        </pc:cxnChg>
        <pc:cxnChg chg="del mod">
          <ac:chgData name="Caiden Logan Bonney" userId="d2c7f582-b6d3-4603-804b-a62bd6debacb" providerId="ADAL" clId="{515D5F93-BBD7-498A-9752-B7B95BE29ED0}" dt="2025-10-23T08:42:01.520" v="2365" actId="478"/>
          <ac:cxnSpMkLst>
            <pc:docMk/>
            <pc:sldMk cId="2534193516" sldId="260"/>
            <ac:cxnSpMk id="90" creationId="{DBBF8077-ECE6-4BD7-86C0-A905529BBEE8}"/>
          </ac:cxnSpMkLst>
        </pc:cxnChg>
        <pc:cxnChg chg="del mod">
          <ac:chgData name="Caiden Logan Bonney" userId="d2c7f582-b6d3-4603-804b-a62bd6debacb" providerId="ADAL" clId="{515D5F93-BBD7-498A-9752-B7B95BE29ED0}" dt="2025-10-23T08:42:04.772" v="2366" actId="478"/>
          <ac:cxnSpMkLst>
            <pc:docMk/>
            <pc:sldMk cId="2534193516" sldId="260"/>
            <ac:cxnSpMk id="97" creationId="{E06CAE4B-BC16-D620-B6DD-1293AEE98635}"/>
          </ac:cxnSpMkLst>
        </pc:cxnChg>
        <pc:cxnChg chg="add del mod">
          <ac:chgData name="Caiden Logan Bonney" userId="d2c7f582-b6d3-4603-804b-a62bd6debacb" providerId="ADAL" clId="{515D5F93-BBD7-498A-9752-B7B95BE29ED0}" dt="2025-10-23T08:55:19.159" v="2709" actId="478"/>
          <ac:cxnSpMkLst>
            <pc:docMk/>
            <pc:sldMk cId="2534193516" sldId="260"/>
            <ac:cxnSpMk id="111" creationId="{9BB0A4B9-58F0-197F-3D6C-BE1E93CDAB69}"/>
          </ac:cxnSpMkLst>
        </pc:cxnChg>
        <pc:cxnChg chg="add del mod">
          <ac:chgData name="Caiden Logan Bonney" userId="d2c7f582-b6d3-4603-804b-a62bd6debacb" providerId="ADAL" clId="{515D5F93-BBD7-498A-9752-B7B95BE29ED0}" dt="2025-10-23T08:55:31.451" v="2712" actId="478"/>
          <ac:cxnSpMkLst>
            <pc:docMk/>
            <pc:sldMk cId="2534193516" sldId="260"/>
            <ac:cxnSpMk id="115" creationId="{F0CC7F81-ED68-1576-7012-C03BA48D150D}"/>
          </ac:cxnSpMkLst>
        </pc:cxnChg>
        <pc:cxnChg chg="add mod">
          <ac:chgData name="Caiden Logan Bonney" userId="d2c7f582-b6d3-4603-804b-a62bd6debacb" providerId="ADAL" clId="{515D5F93-BBD7-498A-9752-B7B95BE29ED0}" dt="2025-10-23T09:14:36.860" v="3415" actId="1035"/>
          <ac:cxnSpMkLst>
            <pc:docMk/>
            <pc:sldMk cId="2534193516" sldId="260"/>
            <ac:cxnSpMk id="118" creationId="{2969A971-B7A5-588A-55CB-4B4AFE2A29D2}"/>
          </ac:cxnSpMkLst>
        </pc:cxnChg>
        <pc:cxnChg chg="mod">
          <ac:chgData name="Caiden Logan Bonney" userId="d2c7f582-b6d3-4603-804b-a62bd6debacb" providerId="ADAL" clId="{515D5F93-BBD7-498A-9752-B7B95BE29ED0}" dt="2025-10-23T09:14:36.860" v="3415" actId="1035"/>
          <ac:cxnSpMkLst>
            <pc:docMk/>
            <pc:sldMk cId="2534193516" sldId="260"/>
            <ac:cxnSpMk id="120" creationId="{1A8146AF-9AA7-300B-7C3A-347D77083FE2}"/>
          </ac:cxnSpMkLst>
        </pc:cxnChg>
        <pc:cxnChg chg="del mod">
          <ac:chgData name="Caiden Logan Bonney" userId="d2c7f582-b6d3-4603-804b-a62bd6debacb" providerId="ADAL" clId="{515D5F93-BBD7-498A-9752-B7B95BE29ED0}" dt="2025-10-23T08:55:33.418" v="2713" actId="478"/>
          <ac:cxnSpMkLst>
            <pc:docMk/>
            <pc:sldMk cId="2534193516" sldId="260"/>
            <ac:cxnSpMk id="122" creationId="{01BEF82B-AB26-75EF-98A9-6497C5F242E0}"/>
          </ac:cxnSpMkLst>
        </pc:cxnChg>
        <pc:cxnChg chg="add mod">
          <ac:chgData name="Caiden Logan Bonney" userId="d2c7f582-b6d3-4603-804b-a62bd6debacb" providerId="ADAL" clId="{515D5F93-BBD7-498A-9752-B7B95BE29ED0}" dt="2025-10-23T09:09:20.488" v="3130" actId="14100"/>
          <ac:cxnSpMkLst>
            <pc:docMk/>
            <pc:sldMk cId="2534193516" sldId="260"/>
            <ac:cxnSpMk id="148" creationId="{DAE190F5-B26C-2F15-A2F1-198FDC629115}"/>
          </ac:cxnSpMkLst>
        </pc:cxnChg>
        <pc:cxnChg chg="mod">
          <ac:chgData name="Caiden Logan Bonney" userId="d2c7f582-b6d3-4603-804b-a62bd6debacb" providerId="ADAL" clId="{515D5F93-BBD7-498A-9752-B7B95BE29ED0}" dt="2025-10-23T09:01:00.601" v="2977" actId="14100"/>
          <ac:cxnSpMkLst>
            <pc:docMk/>
            <pc:sldMk cId="2534193516" sldId="260"/>
            <ac:cxnSpMk id="151" creationId="{CB1B37B9-7CCF-A9C7-2E1E-C4CD2F59F2B8}"/>
          </ac:cxnSpMkLst>
        </pc:cxnChg>
        <pc:cxnChg chg="mod">
          <ac:chgData name="Caiden Logan Bonney" userId="d2c7f582-b6d3-4603-804b-a62bd6debacb" providerId="ADAL" clId="{515D5F93-BBD7-498A-9752-B7B95BE29ED0}" dt="2025-10-23T09:01:11.103" v="2979" actId="14100"/>
          <ac:cxnSpMkLst>
            <pc:docMk/>
            <pc:sldMk cId="2534193516" sldId="260"/>
            <ac:cxnSpMk id="153" creationId="{D1BB057A-6CB2-7D54-450D-84A505AF2265}"/>
          </ac:cxnSpMkLst>
        </pc:cxnChg>
        <pc:cxnChg chg="add mod">
          <ac:chgData name="Caiden Logan Bonney" userId="d2c7f582-b6d3-4603-804b-a62bd6debacb" providerId="ADAL" clId="{515D5F93-BBD7-498A-9752-B7B95BE29ED0}" dt="2025-10-23T09:01:05.908" v="2978" actId="14100"/>
          <ac:cxnSpMkLst>
            <pc:docMk/>
            <pc:sldMk cId="2534193516" sldId="260"/>
            <ac:cxnSpMk id="155" creationId="{5AB3419B-9504-1D8C-C05C-ABE593F33027}"/>
          </ac:cxnSpMkLst>
        </pc:cxnChg>
        <pc:cxnChg chg="add mod">
          <ac:chgData name="Caiden Logan Bonney" userId="d2c7f582-b6d3-4603-804b-a62bd6debacb" providerId="ADAL" clId="{515D5F93-BBD7-498A-9752-B7B95BE29ED0}" dt="2025-10-23T09:01:17" v="2982" actId="14100"/>
          <ac:cxnSpMkLst>
            <pc:docMk/>
            <pc:sldMk cId="2534193516" sldId="260"/>
            <ac:cxnSpMk id="176" creationId="{AA827DEE-D4F3-AAEA-93A8-A57D8FB8F8F3}"/>
          </ac:cxnSpMkLst>
        </pc:cxnChg>
        <pc:cxnChg chg="mod">
          <ac:chgData name="Caiden Logan Bonney" userId="d2c7f582-b6d3-4603-804b-a62bd6debacb" providerId="ADAL" clId="{515D5F93-BBD7-498A-9752-B7B95BE29ED0}" dt="2025-10-23T09:09:08.653" v="3127" actId="14100"/>
          <ac:cxnSpMkLst>
            <pc:docMk/>
            <pc:sldMk cId="2534193516" sldId="260"/>
            <ac:cxnSpMk id="198" creationId="{D8774277-0157-A52C-03BA-5A48B617682E}"/>
          </ac:cxnSpMkLst>
        </pc:cxnChg>
        <pc:cxnChg chg="mod">
          <ac:chgData name="Caiden Logan Bonney" userId="d2c7f582-b6d3-4603-804b-a62bd6debacb" providerId="ADAL" clId="{515D5F93-BBD7-498A-9752-B7B95BE29ED0}" dt="2025-10-23T09:08:59.989" v="3126" actId="14100"/>
          <ac:cxnSpMkLst>
            <pc:docMk/>
            <pc:sldMk cId="2534193516" sldId="260"/>
            <ac:cxnSpMk id="199" creationId="{7F35DC5E-E73D-5ADF-13E0-1EF9310F6203}"/>
          </ac:cxnSpMkLst>
        </pc:cxnChg>
        <pc:cxnChg chg="mod">
          <ac:chgData name="Caiden Logan Bonney" userId="d2c7f582-b6d3-4603-804b-a62bd6debacb" providerId="ADAL" clId="{515D5F93-BBD7-498A-9752-B7B95BE29ED0}" dt="2025-10-23T09:08:39.978" v="3124" actId="14100"/>
          <ac:cxnSpMkLst>
            <pc:docMk/>
            <pc:sldMk cId="2534193516" sldId="260"/>
            <ac:cxnSpMk id="200" creationId="{98C23552-2CA5-0082-BFD9-D7D8EF01565B}"/>
          </ac:cxnSpMkLst>
        </pc:cxnChg>
        <pc:cxnChg chg="mod">
          <ac:chgData name="Caiden Logan Bonney" userId="d2c7f582-b6d3-4603-804b-a62bd6debacb" providerId="ADAL" clId="{515D5F93-BBD7-498A-9752-B7B95BE29ED0}" dt="2025-10-23T09:10:12.191" v="3149" actId="14100"/>
          <ac:cxnSpMkLst>
            <pc:docMk/>
            <pc:sldMk cId="2534193516" sldId="260"/>
            <ac:cxnSpMk id="201" creationId="{143177F5-B4C9-A71F-14D5-F6083209F32F}"/>
          </ac:cxnSpMkLst>
        </pc:cxnChg>
        <pc:cxnChg chg="mod">
          <ac:chgData name="Caiden Logan Bonney" userId="d2c7f582-b6d3-4603-804b-a62bd6debacb" providerId="ADAL" clId="{515D5F93-BBD7-498A-9752-B7B95BE29ED0}" dt="2025-10-23T09:08:50.638" v="3125" actId="14100"/>
          <ac:cxnSpMkLst>
            <pc:docMk/>
            <pc:sldMk cId="2534193516" sldId="260"/>
            <ac:cxnSpMk id="211" creationId="{0EF9302A-BAF5-854D-DD9C-DC0DC6A48461}"/>
          </ac:cxnSpMkLst>
        </pc:cxnChg>
        <pc:cxnChg chg="add mod">
          <ac:chgData name="Caiden Logan Bonney" userId="d2c7f582-b6d3-4603-804b-a62bd6debacb" providerId="ADAL" clId="{515D5F93-BBD7-498A-9752-B7B95BE29ED0}" dt="2025-10-23T09:07:29.796" v="3112" actId="13822"/>
          <ac:cxnSpMkLst>
            <pc:docMk/>
            <pc:sldMk cId="2534193516" sldId="260"/>
            <ac:cxnSpMk id="254" creationId="{249BACBF-F4F3-6FAF-62A1-A7421E637178}"/>
          </ac:cxnSpMkLst>
        </pc:cxnChg>
        <pc:cxnChg chg="add mod">
          <ac:chgData name="Caiden Logan Bonney" userId="d2c7f582-b6d3-4603-804b-a62bd6debacb" providerId="ADAL" clId="{515D5F93-BBD7-498A-9752-B7B95BE29ED0}" dt="2025-10-23T09:11:49.342" v="3160"/>
          <ac:cxnSpMkLst>
            <pc:docMk/>
            <pc:sldMk cId="2534193516" sldId="260"/>
            <ac:cxnSpMk id="275" creationId="{259372E3-FE31-E994-D81D-681F56DFBA8B}"/>
          </ac:cxnSpMkLst>
        </pc:cxnChg>
        <pc:cxnChg chg="add mod">
          <ac:chgData name="Caiden Logan Bonney" userId="d2c7f582-b6d3-4603-804b-a62bd6debacb" providerId="ADAL" clId="{515D5F93-BBD7-498A-9752-B7B95BE29ED0}" dt="2025-10-23T09:11:49.572" v="3161"/>
          <ac:cxnSpMkLst>
            <pc:docMk/>
            <pc:sldMk cId="2534193516" sldId="260"/>
            <ac:cxnSpMk id="276" creationId="{773ECB58-5C49-EEDF-27F9-AB86F1E0BF8F}"/>
          </ac:cxnSpMkLst>
        </pc:cxnChg>
        <pc:cxnChg chg="add mod">
          <ac:chgData name="Caiden Logan Bonney" userId="d2c7f582-b6d3-4603-804b-a62bd6debacb" providerId="ADAL" clId="{515D5F93-BBD7-498A-9752-B7B95BE29ED0}" dt="2025-10-23T09:15:19.214" v="3426" actId="14100"/>
          <ac:cxnSpMkLst>
            <pc:docMk/>
            <pc:sldMk cId="2534193516" sldId="260"/>
            <ac:cxnSpMk id="278" creationId="{C26B05AE-7416-7A18-F9CB-4831E24C008C}"/>
          </ac:cxnSpMkLst>
        </pc:cxnChg>
      </pc:sldChg>
      <pc:sldChg chg="add del">
        <pc:chgData name="Caiden Logan Bonney" userId="d2c7f582-b6d3-4603-804b-a62bd6debacb" providerId="ADAL" clId="{515D5F93-BBD7-498A-9752-B7B95BE29ED0}" dt="2025-10-15T01:47:09.003" v="739" actId="47"/>
        <pc:sldMkLst>
          <pc:docMk/>
          <pc:sldMk cId="4051105318" sldId="260"/>
        </pc:sldMkLst>
      </pc:sldChg>
      <pc:sldChg chg="add del mod ord modShow">
        <pc:chgData name="Caiden Logan Bonney" userId="d2c7f582-b6d3-4603-804b-a62bd6debacb" providerId="ADAL" clId="{515D5F93-BBD7-498A-9752-B7B95BE29ED0}" dt="2025-10-15T02:45:57.958" v="1186" actId="47"/>
        <pc:sldMkLst>
          <pc:docMk/>
          <pc:sldMk cId="500193939" sldId="261"/>
        </pc:sldMkLst>
      </pc:sldChg>
      <pc:sldChg chg="addSp delSp modSp add mod">
        <pc:chgData name="Caiden Logan Bonney" userId="d2c7f582-b6d3-4603-804b-a62bd6debacb" providerId="ADAL" clId="{515D5F93-BBD7-498A-9752-B7B95BE29ED0}" dt="2025-10-23T08:43:21.852" v="2377"/>
        <pc:sldMkLst>
          <pc:docMk/>
          <pc:sldMk cId="563854088" sldId="261"/>
        </pc:sldMkLst>
        <pc:spChg chg="mod">
          <ac:chgData name="Caiden Logan Bonney" userId="d2c7f582-b6d3-4603-804b-a62bd6debacb" providerId="ADAL" clId="{515D5F93-BBD7-498A-9752-B7B95BE29ED0}" dt="2025-10-23T08:37:22.598" v="2190" actId="20577"/>
          <ac:spMkLst>
            <pc:docMk/>
            <pc:sldMk cId="563854088" sldId="261"/>
            <ac:spMk id="4" creationId="{68232566-969B-5E8C-E791-5FA3024CD170}"/>
          </ac:spMkLst>
        </pc:spChg>
        <pc:spChg chg="mod">
          <ac:chgData name="Caiden Logan Bonney" userId="d2c7f582-b6d3-4603-804b-a62bd6debacb" providerId="ADAL" clId="{515D5F93-BBD7-498A-9752-B7B95BE29ED0}" dt="2025-10-23T08:34:47.696" v="2136" actId="164"/>
          <ac:spMkLst>
            <pc:docMk/>
            <pc:sldMk cId="563854088" sldId="261"/>
            <ac:spMk id="9" creationId="{AD6C0AD2-E5CF-6795-1D73-99F0220FD25B}"/>
          </ac:spMkLst>
        </pc:spChg>
        <pc:spChg chg="del">
          <ac:chgData name="Caiden Logan Bonney" userId="d2c7f582-b6d3-4603-804b-a62bd6debacb" providerId="ADAL" clId="{515D5F93-BBD7-498A-9752-B7B95BE29ED0}" dt="2025-10-23T08:34:11.158" v="2128" actId="478"/>
          <ac:spMkLst>
            <pc:docMk/>
            <pc:sldMk cId="563854088" sldId="261"/>
            <ac:spMk id="18" creationId="{A354F4BE-E38C-E393-7950-6C793060BC98}"/>
          </ac:spMkLst>
        </pc:spChg>
        <pc:spChg chg="del">
          <ac:chgData name="Caiden Logan Bonney" userId="d2c7f582-b6d3-4603-804b-a62bd6debacb" providerId="ADAL" clId="{515D5F93-BBD7-498A-9752-B7B95BE29ED0}" dt="2025-10-23T08:34:06.107" v="2126" actId="478"/>
          <ac:spMkLst>
            <pc:docMk/>
            <pc:sldMk cId="563854088" sldId="261"/>
            <ac:spMk id="36" creationId="{633E7744-029A-8232-C0D8-FFA238EC078F}"/>
          </ac:spMkLst>
        </pc:spChg>
        <pc:spChg chg="del">
          <ac:chgData name="Caiden Logan Bonney" userId="d2c7f582-b6d3-4603-804b-a62bd6debacb" providerId="ADAL" clId="{515D5F93-BBD7-498A-9752-B7B95BE29ED0}" dt="2025-10-23T08:34:05.687" v="2125" actId="478"/>
          <ac:spMkLst>
            <pc:docMk/>
            <pc:sldMk cId="563854088" sldId="261"/>
            <ac:spMk id="37" creationId="{F01CB011-CBA5-66C1-FCF9-9DCC51872023}"/>
          </ac:spMkLst>
        </pc:spChg>
        <pc:spChg chg="del">
          <ac:chgData name="Caiden Logan Bonney" userId="d2c7f582-b6d3-4603-804b-a62bd6debacb" providerId="ADAL" clId="{515D5F93-BBD7-498A-9752-B7B95BE29ED0}" dt="2025-10-23T08:34:11.158" v="2128" actId="478"/>
          <ac:spMkLst>
            <pc:docMk/>
            <pc:sldMk cId="563854088" sldId="261"/>
            <ac:spMk id="54" creationId="{98DD2032-E229-1538-7F54-E9332363283B}"/>
          </ac:spMkLst>
        </pc:spChg>
        <pc:spChg chg="del">
          <ac:chgData name="Caiden Logan Bonney" userId="d2c7f582-b6d3-4603-804b-a62bd6debacb" providerId="ADAL" clId="{515D5F93-BBD7-498A-9752-B7B95BE29ED0}" dt="2025-10-23T08:34:11.158" v="2128" actId="478"/>
          <ac:spMkLst>
            <pc:docMk/>
            <pc:sldMk cId="563854088" sldId="261"/>
            <ac:spMk id="56" creationId="{7A0400E4-1AE0-F6C9-92FB-A01A7B5D6B52}"/>
          </ac:spMkLst>
        </pc:spChg>
        <pc:spChg chg="del">
          <ac:chgData name="Caiden Logan Bonney" userId="d2c7f582-b6d3-4603-804b-a62bd6debacb" providerId="ADAL" clId="{515D5F93-BBD7-498A-9752-B7B95BE29ED0}" dt="2025-10-23T08:34:11.158" v="2128" actId="478"/>
          <ac:spMkLst>
            <pc:docMk/>
            <pc:sldMk cId="563854088" sldId="261"/>
            <ac:spMk id="75" creationId="{658DA363-771D-6EEC-6C14-056D8B399411}"/>
          </ac:spMkLst>
        </pc:spChg>
        <pc:spChg chg="del">
          <ac:chgData name="Caiden Logan Bonney" userId="d2c7f582-b6d3-4603-804b-a62bd6debacb" providerId="ADAL" clId="{515D5F93-BBD7-498A-9752-B7B95BE29ED0}" dt="2025-10-23T08:34:11.158" v="2128" actId="478"/>
          <ac:spMkLst>
            <pc:docMk/>
            <pc:sldMk cId="563854088" sldId="261"/>
            <ac:spMk id="76" creationId="{DE603B6C-306E-D1C4-E81C-2F3752A2462D}"/>
          </ac:spMkLst>
        </pc:spChg>
        <pc:spChg chg="del">
          <ac:chgData name="Caiden Logan Bonney" userId="d2c7f582-b6d3-4603-804b-a62bd6debacb" providerId="ADAL" clId="{515D5F93-BBD7-498A-9752-B7B95BE29ED0}" dt="2025-10-23T08:34:11.158" v="2128" actId="478"/>
          <ac:spMkLst>
            <pc:docMk/>
            <pc:sldMk cId="563854088" sldId="261"/>
            <ac:spMk id="89" creationId="{1E745BCA-BFF3-3B79-3843-859271377018}"/>
          </ac:spMkLst>
        </pc:spChg>
        <pc:spChg chg="del">
          <ac:chgData name="Caiden Logan Bonney" userId="d2c7f582-b6d3-4603-804b-a62bd6debacb" providerId="ADAL" clId="{515D5F93-BBD7-498A-9752-B7B95BE29ED0}" dt="2025-10-23T08:34:11.158" v="2128" actId="478"/>
          <ac:spMkLst>
            <pc:docMk/>
            <pc:sldMk cId="563854088" sldId="261"/>
            <ac:spMk id="91" creationId="{03739944-37C3-8AF3-1800-3447DDB43A99}"/>
          </ac:spMkLst>
        </pc:spChg>
        <pc:spChg chg="del">
          <ac:chgData name="Caiden Logan Bonney" userId="d2c7f582-b6d3-4603-804b-a62bd6debacb" providerId="ADAL" clId="{515D5F93-BBD7-498A-9752-B7B95BE29ED0}" dt="2025-10-23T08:34:11.158" v="2128" actId="478"/>
          <ac:spMkLst>
            <pc:docMk/>
            <pc:sldMk cId="563854088" sldId="261"/>
            <ac:spMk id="93" creationId="{15D86CD0-21EA-F6CB-970E-3210CB7501EF}"/>
          </ac:spMkLst>
        </pc:spChg>
        <pc:spChg chg="del">
          <ac:chgData name="Caiden Logan Bonney" userId="d2c7f582-b6d3-4603-804b-a62bd6debacb" providerId="ADAL" clId="{515D5F93-BBD7-498A-9752-B7B95BE29ED0}" dt="2025-10-23T08:34:11.158" v="2128" actId="478"/>
          <ac:spMkLst>
            <pc:docMk/>
            <pc:sldMk cId="563854088" sldId="261"/>
            <ac:spMk id="101" creationId="{3F2D33A8-98DF-200F-D97B-8A10717A94B5}"/>
          </ac:spMkLst>
        </pc:spChg>
        <pc:spChg chg="del">
          <ac:chgData name="Caiden Logan Bonney" userId="d2c7f582-b6d3-4603-804b-a62bd6debacb" providerId="ADAL" clId="{515D5F93-BBD7-498A-9752-B7B95BE29ED0}" dt="2025-10-23T08:34:11.158" v="2128" actId="478"/>
          <ac:spMkLst>
            <pc:docMk/>
            <pc:sldMk cId="563854088" sldId="261"/>
            <ac:spMk id="104" creationId="{6CB0AB5E-AC67-4D3E-8F1A-1F6E27243CA6}"/>
          </ac:spMkLst>
        </pc:spChg>
        <pc:grpChg chg="add mod">
          <ac:chgData name="Caiden Logan Bonney" userId="d2c7f582-b6d3-4603-804b-a62bd6debacb" providerId="ADAL" clId="{515D5F93-BBD7-498A-9752-B7B95BE29ED0}" dt="2025-10-23T08:36:14.733" v="2145" actId="1076"/>
          <ac:grpSpMkLst>
            <pc:docMk/>
            <pc:sldMk cId="563854088" sldId="261"/>
            <ac:grpSpMk id="5" creationId="{25FF1900-178F-9222-9566-FBCB89E06EF9}"/>
          </ac:grpSpMkLst>
        </pc:grpChg>
        <pc:cxnChg chg="mod">
          <ac:chgData name="Caiden Logan Bonney" userId="d2c7f582-b6d3-4603-804b-a62bd6debacb" providerId="ADAL" clId="{515D5F93-BBD7-498A-9752-B7B95BE29ED0}" dt="2025-10-23T08:34:47.696" v="2136" actId="164"/>
          <ac:cxnSpMkLst>
            <pc:docMk/>
            <pc:sldMk cId="563854088" sldId="261"/>
            <ac:cxnSpMk id="8" creationId="{DEC0FA9D-2975-3D40-A9B9-C7BA0323ADB5}"/>
          </ac:cxnSpMkLst>
        </pc:cxnChg>
        <pc:cxnChg chg="mod">
          <ac:chgData name="Caiden Logan Bonney" userId="d2c7f582-b6d3-4603-804b-a62bd6debacb" providerId="ADAL" clId="{515D5F93-BBD7-498A-9752-B7B95BE29ED0}" dt="2025-10-23T08:34:06.107" v="2126" actId="478"/>
          <ac:cxnSpMkLst>
            <pc:docMk/>
            <pc:sldMk cId="563854088" sldId="261"/>
            <ac:cxnSpMk id="14" creationId="{6CBC5686-832B-7C98-9757-9042C6999BEE}"/>
          </ac:cxnSpMkLst>
        </pc:cxnChg>
        <pc:cxnChg chg="mod">
          <ac:chgData name="Caiden Logan Bonney" userId="d2c7f582-b6d3-4603-804b-a62bd6debacb" providerId="ADAL" clId="{515D5F93-BBD7-498A-9752-B7B95BE29ED0}" dt="2025-10-23T08:34:06.107" v="2126" actId="478"/>
          <ac:cxnSpMkLst>
            <pc:docMk/>
            <pc:sldMk cId="563854088" sldId="261"/>
            <ac:cxnSpMk id="15" creationId="{16B7C166-DD66-3435-FFB2-1CEC7D871205}"/>
          </ac:cxnSpMkLst>
        </pc:cxnChg>
        <pc:cxnChg chg="mod">
          <ac:chgData name="Caiden Logan Bonney" userId="d2c7f582-b6d3-4603-804b-a62bd6debacb" providerId="ADAL" clId="{515D5F93-BBD7-498A-9752-B7B95BE29ED0}" dt="2025-10-23T08:34:05.687" v="2125" actId="478"/>
          <ac:cxnSpMkLst>
            <pc:docMk/>
            <pc:sldMk cId="563854088" sldId="261"/>
            <ac:cxnSpMk id="40" creationId="{00E7AC91-A0CF-4484-32E4-591F9C55D1AC}"/>
          </ac:cxnSpMkLst>
        </pc:cxnChg>
        <pc:cxnChg chg="mod">
          <ac:chgData name="Caiden Logan Bonney" userId="d2c7f582-b6d3-4603-804b-a62bd6debacb" providerId="ADAL" clId="{515D5F93-BBD7-498A-9752-B7B95BE29ED0}" dt="2025-10-23T08:34:06.107" v="2126" actId="478"/>
          <ac:cxnSpMkLst>
            <pc:docMk/>
            <pc:sldMk cId="563854088" sldId="261"/>
            <ac:cxnSpMk id="52" creationId="{6C90ED08-C451-8D57-FBBB-5E1E38C6716A}"/>
          </ac:cxnSpMkLst>
        </pc:cxnChg>
        <pc:cxnChg chg="mod">
          <ac:chgData name="Caiden Logan Bonney" userId="d2c7f582-b6d3-4603-804b-a62bd6debacb" providerId="ADAL" clId="{515D5F93-BBD7-498A-9752-B7B95BE29ED0}" dt="2025-10-23T08:34:07.686" v="2127" actId="1076"/>
          <ac:cxnSpMkLst>
            <pc:docMk/>
            <pc:sldMk cId="563854088" sldId="261"/>
            <ac:cxnSpMk id="67" creationId="{9D7D58BE-94A4-076D-45E5-B34774260E2E}"/>
          </ac:cxnSpMkLst>
        </pc:cxnChg>
        <pc:cxnChg chg="del mod">
          <ac:chgData name="Caiden Logan Bonney" userId="d2c7f582-b6d3-4603-804b-a62bd6debacb" providerId="ADAL" clId="{515D5F93-BBD7-498A-9752-B7B95BE29ED0}" dt="2025-10-23T08:34:17.160" v="2131" actId="478"/>
          <ac:cxnSpMkLst>
            <pc:docMk/>
            <pc:sldMk cId="563854088" sldId="261"/>
            <ac:cxnSpMk id="85" creationId="{2E3D3F88-CCD9-4955-4509-4A489EC24E9B}"/>
          </ac:cxnSpMkLst>
        </pc:cxnChg>
        <pc:cxnChg chg="mod">
          <ac:chgData name="Caiden Logan Bonney" userId="d2c7f582-b6d3-4603-804b-a62bd6debacb" providerId="ADAL" clId="{515D5F93-BBD7-498A-9752-B7B95BE29ED0}" dt="2025-10-23T08:43:21.852" v="2377"/>
          <ac:cxnSpMkLst>
            <pc:docMk/>
            <pc:sldMk cId="563854088" sldId="261"/>
            <ac:cxnSpMk id="86" creationId="{5C3ECAB5-38E3-768A-32FE-A218264F196E}"/>
          </ac:cxnSpMkLst>
        </pc:cxnChg>
        <pc:cxnChg chg="del mod">
          <ac:chgData name="Caiden Logan Bonney" userId="d2c7f582-b6d3-4603-804b-a62bd6debacb" providerId="ADAL" clId="{515D5F93-BBD7-498A-9752-B7B95BE29ED0}" dt="2025-10-23T08:34:13.226" v="2129" actId="478"/>
          <ac:cxnSpMkLst>
            <pc:docMk/>
            <pc:sldMk cId="563854088" sldId="261"/>
            <ac:cxnSpMk id="97" creationId="{3EEBEDEB-26E0-1199-36E1-026EEF50C5C1}"/>
          </ac:cxnSpMkLst>
        </pc:cxnChg>
      </pc:sldChg>
      <pc:sldChg chg="addSp delSp modSp add del mod setBg">
        <pc:chgData name="Caiden Logan Bonney" userId="d2c7f582-b6d3-4603-804b-a62bd6debacb" providerId="ADAL" clId="{515D5F93-BBD7-498A-9752-B7B95BE29ED0}" dt="2025-10-15T03:02:23.877" v="1295" actId="2696"/>
        <pc:sldMkLst>
          <pc:docMk/>
          <pc:sldMk cId="1193113409" sldId="262"/>
        </pc:sldMkLst>
      </pc:sldChg>
      <pc:sldChg chg="add del">
        <pc:chgData name="Caiden Logan Bonney" userId="d2c7f582-b6d3-4603-804b-a62bd6debacb" providerId="ADAL" clId="{515D5F93-BBD7-498A-9752-B7B95BE29ED0}" dt="2025-10-23T08:36:56.720" v="2153" actId="47"/>
        <pc:sldMkLst>
          <pc:docMk/>
          <pc:sldMk cId="4038594969" sldId="262"/>
        </pc:sldMkLst>
      </pc:sldChg>
      <pc:sldChg chg="add del">
        <pc:chgData name="Caiden Logan Bonney" userId="d2c7f582-b6d3-4603-804b-a62bd6debacb" providerId="ADAL" clId="{515D5F93-BBD7-498A-9752-B7B95BE29ED0}" dt="2025-10-15T02:45:39.772" v="1179" actId="47"/>
        <pc:sldMkLst>
          <pc:docMk/>
          <pc:sldMk cId="1391798938" sldId="263"/>
        </pc:sldMkLst>
      </pc:sldChg>
      <pc:sldChg chg="addSp delSp add del mod">
        <pc:chgData name="Caiden Logan Bonney" userId="d2c7f582-b6d3-4603-804b-a62bd6debacb" providerId="ADAL" clId="{515D5F93-BBD7-498A-9752-B7B95BE29ED0}" dt="2025-10-15T02:45:56.176" v="1185" actId="47"/>
        <pc:sldMkLst>
          <pc:docMk/>
          <pc:sldMk cId="1678961213" sldId="263"/>
        </pc:sldMkLst>
      </pc:sldChg>
      <pc:sldChg chg="new del">
        <pc:chgData name="Caiden Logan Bonney" userId="d2c7f582-b6d3-4603-804b-a62bd6debacb" providerId="ADAL" clId="{515D5F93-BBD7-498A-9752-B7B95BE29ED0}" dt="2025-10-15T02:43:43.004" v="1172" actId="47"/>
        <pc:sldMkLst>
          <pc:docMk/>
          <pc:sldMk cId="2557019440" sldId="263"/>
        </pc:sldMkLst>
      </pc:sldChg>
      <pc:sldChg chg="modSp add del mod">
        <pc:chgData name="Caiden Logan Bonney" userId="d2c7f582-b6d3-4603-804b-a62bd6debacb" providerId="ADAL" clId="{515D5F93-BBD7-498A-9752-B7B95BE29ED0}" dt="2025-10-15T02:41:41.451" v="1119" actId="47"/>
        <pc:sldMkLst>
          <pc:docMk/>
          <pc:sldMk cId="3088697297" sldId="263"/>
        </pc:sldMkLst>
      </pc:sldChg>
      <pc:sldChg chg="addSp delSp modSp add del mod">
        <pc:chgData name="Caiden Logan Bonney" userId="d2c7f582-b6d3-4603-804b-a62bd6debacb" providerId="ADAL" clId="{515D5F93-BBD7-498A-9752-B7B95BE29ED0}" dt="2025-10-23T10:16:50.339" v="4610" actId="47"/>
        <pc:sldMkLst>
          <pc:docMk/>
          <pc:sldMk cId="3690630764" sldId="263"/>
        </pc:sldMkLst>
        <pc:spChg chg="mod topLvl">
          <ac:chgData name="Caiden Logan Bonney" userId="d2c7f582-b6d3-4603-804b-a62bd6debacb" providerId="ADAL" clId="{515D5F93-BBD7-498A-9752-B7B95BE29ED0}" dt="2025-10-23T10:01:39.934" v="3757" actId="165"/>
          <ac:spMkLst>
            <pc:docMk/>
            <pc:sldMk cId="3690630764" sldId="263"/>
            <ac:spMk id="12" creationId="{C11CD33A-5E8B-6890-9041-74A1D7DC7048}"/>
          </ac:spMkLst>
        </pc:spChg>
        <pc:spChg chg="mod topLvl">
          <ac:chgData name="Caiden Logan Bonney" userId="d2c7f582-b6d3-4603-804b-a62bd6debacb" providerId="ADAL" clId="{515D5F93-BBD7-498A-9752-B7B95BE29ED0}" dt="2025-10-23T10:01:39.934" v="3757" actId="165"/>
          <ac:spMkLst>
            <pc:docMk/>
            <pc:sldMk cId="3690630764" sldId="263"/>
            <ac:spMk id="36" creationId="{F7807E5F-F31F-532A-A951-684DF64598BD}"/>
          </ac:spMkLst>
        </pc:spChg>
        <pc:spChg chg="mod topLvl">
          <ac:chgData name="Caiden Logan Bonney" userId="d2c7f582-b6d3-4603-804b-a62bd6debacb" providerId="ADAL" clId="{515D5F93-BBD7-498A-9752-B7B95BE29ED0}" dt="2025-10-23T10:01:39.934" v="3757" actId="165"/>
          <ac:spMkLst>
            <pc:docMk/>
            <pc:sldMk cId="3690630764" sldId="263"/>
            <ac:spMk id="56" creationId="{53921C78-2F3E-6C15-1C64-5839E666D2A1}"/>
          </ac:spMkLst>
        </pc:spChg>
        <pc:spChg chg="mod topLvl">
          <ac:chgData name="Caiden Logan Bonney" userId="d2c7f582-b6d3-4603-804b-a62bd6debacb" providerId="ADAL" clId="{515D5F93-BBD7-498A-9752-B7B95BE29ED0}" dt="2025-10-23T10:01:39.934" v="3757" actId="165"/>
          <ac:spMkLst>
            <pc:docMk/>
            <pc:sldMk cId="3690630764" sldId="263"/>
            <ac:spMk id="57" creationId="{EACA4F1D-70F6-7929-BFDE-A42C1371517E}"/>
          </ac:spMkLst>
        </pc:spChg>
        <pc:spChg chg="mod topLvl">
          <ac:chgData name="Caiden Logan Bonney" userId="d2c7f582-b6d3-4603-804b-a62bd6debacb" providerId="ADAL" clId="{515D5F93-BBD7-498A-9752-B7B95BE29ED0}" dt="2025-10-23T10:01:39.934" v="3757" actId="165"/>
          <ac:spMkLst>
            <pc:docMk/>
            <pc:sldMk cId="3690630764" sldId="263"/>
            <ac:spMk id="75" creationId="{6CE88FA2-16B1-930C-4516-ED7C6D9B23DD}"/>
          </ac:spMkLst>
        </pc:spChg>
        <pc:spChg chg="mod topLvl">
          <ac:chgData name="Caiden Logan Bonney" userId="d2c7f582-b6d3-4603-804b-a62bd6debacb" providerId="ADAL" clId="{515D5F93-BBD7-498A-9752-B7B95BE29ED0}" dt="2025-10-23T10:01:39.934" v="3757" actId="165"/>
          <ac:spMkLst>
            <pc:docMk/>
            <pc:sldMk cId="3690630764" sldId="263"/>
            <ac:spMk id="76" creationId="{2031D6BD-34C7-DE24-3165-8EA06965EEF4}"/>
          </ac:spMkLst>
        </pc:spChg>
        <pc:spChg chg="mod topLvl">
          <ac:chgData name="Caiden Logan Bonney" userId="d2c7f582-b6d3-4603-804b-a62bd6debacb" providerId="ADAL" clId="{515D5F93-BBD7-498A-9752-B7B95BE29ED0}" dt="2025-10-23T10:01:39.934" v="3757" actId="165"/>
          <ac:spMkLst>
            <pc:docMk/>
            <pc:sldMk cId="3690630764" sldId="263"/>
            <ac:spMk id="79" creationId="{FA6D0404-E2FA-3B00-B394-EF8A004222C1}"/>
          </ac:spMkLst>
        </pc:spChg>
        <pc:spChg chg="mod topLvl">
          <ac:chgData name="Caiden Logan Bonney" userId="d2c7f582-b6d3-4603-804b-a62bd6debacb" providerId="ADAL" clId="{515D5F93-BBD7-498A-9752-B7B95BE29ED0}" dt="2025-10-23T10:01:39.934" v="3757" actId="165"/>
          <ac:spMkLst>
            <pc:docMk/>
            <pc:sldMk cId="3690630764" sldId="263"/>
            <ac:spMk id="81" creationId="{21CE30C9-97E1-D65D-F2AD-EF4DE4F8162A}"/>
          </ac:spMkLst>
        </pc:spChg>
        <pc:spChg chg="mod topLvl">
          <ac:chgData name="Caiden Logan Bonney" userId="d2c7f582-b6d3-4603-804b-a62bd6debacb" providerId="ADAL" clId="{515D5F93-BBD7-498A-9752-B7B95BE29ED0}" dt="2025-10-23T10:01:39.934" v="3757" actId="165"/>
          <ac:spMkLst>
            <pc:docMk/>
            <pc:sldMk cId="3690630764" sldId="263"/>
            <ac:spMk id="101" creationId="{BA6EEB8B-E251-3C84-FA56-51590759D327}"/>
          </ac:spMkLst>
        </pc:spChg>
        <pc:spChg chg="mod topLvl">
          <ac:chgData name="Caiden Logan Bonney" userId="d2c7f582-b6d3-4603-804b-a62bd6debacb" providerId="ADAL" clId="{515D5F93-BBD7-498A-9752-B7B95BE29ED0}" dt="2025-10-23T10:01:39.934" v="3757" actId="165"/>
          <ac:spMkLst>
            <pc:docMk/>
            <pc:sldMk cId="3690630764" sldId="263"/>
            <ac:spMk id="104" creationId="{93D6F129-A3B1-2C0A-AF64-A0EB7C07B275}"/>
          </ac:spMkLst>
        </pc:spChg>
        <pc:cxnChg chg="add mod">
          <ac:chgData name="Caiden Logan Bonney" userId="d2c7f582-b6d3-4603-804b-a62bd6debacb" providerId="ADAL" clId="{515D5F93-BBD7-498A-9752-B7B95BE29ED0}" dt="2025-10-23T09:11:12.238" v="3155" actId="14100"/>
          <ac:cxnSpMkLst>
            <pc:docMk/>
            <pc:sldMk cId="3690630764" sldId="263"/>
            <ac:cxnSpMk id="5" creationId="{C6C9B0F7-2929-A29C-7217-AE4AEADA979A}"/>
          </ac:cxnSpMkLst>
        </pc:cxnChg>
        <pc:cxnChg chg="mod">
          <ac:chgData name="Caiden Logan Bonney" userId="d2c7f582-b6d3-4603-804b-a62bd6debacb" providerId="ADAL" clId="{515D5F93-BBD7-498A-9752-B7B95BE29ED0}" dt="2025-10-23T08:38:01.886" v="2197" actId="14100"/>
          <ac:cxnSpMkLst>
            <pc:docMk/>
            <pc:sldMk cId="3690630764" sldId="263"/>
            <ac:cxnSpMk id="40" creationId="{10F6BC82-3A23-555F-6B2A-86B7BDDA49D6}"/>
          </ac:cxnSpMkLst>
        </pc:cxnChg>
        <pc:cxnChg chg="mod">
          <ac:chgData name="Caiden Logan Bonney" userId="d2c7f582-b6d3-4603-804b-a62bd6debacb" providerId="ADAL" clId="{515D5F93-BBD7-498A-9752-B7B95BE29ED0}" dt="2025-10-23T08:42:52.765" v="2374"/>
          <ac:cxnSpMkLst>
            <pc:docMk/>
            <pc:sldMk cId="3690630764" sldId="263"/>
            <ac:cxnSpMk id="85" creationId="{260D6676-84A4-21AF-9AA1-BE37D8B1DECC}"/>
          </ac:cxnSpMkLst>
        </pc:cxnChg>
        <pc:cxnChg chg="mod">
          <ac:chgData name="Caiden Logan Bonney" userId="d2c7f582-b6d3-4603-804b-a62bd6debacb" providerId="ADAL" clId="{515D5F93-BBD7-498A-9752-B7B95BE29ED0}" dt="2025-10-23T08:43:10.312" v="2376"/>
          <ac:cxnSpMkLst>
            <pc:docMk/>
            <pc:sldMk cId="3690630764" sldId="263"/>
            <ac:cxnSpMk id="86" creationId="{043575F4-A2DE-4565-64CC-0D03FF4827E6}"/>
          </ac:cxnSpMkLst>
        </pc:cxnChg>
        <pc:cxnChg chg="mod">
          <ac:chgData name="Caiden Logan Bonney" userId="d2c7f582-b6d3-4603-804b-a62bd6debacb" providerId="ADAL" clId="{515D5F93-BBD7-498A-9752-B7B95BE29ED0}" dt="2025-10-23T08:42:57.450" v="2375"/>
          <ac:cxnSpMkLst>
            <pc:docMk/>
            <pc:sldMk cId="3690630764" sldId="263"/>
            <ac:cxnSpMk id="97" creationId="{DDBA1BA6-A7E6-ADF7-DDFF-FCE3A7F3B22E}"/>
          </ac:cxnSpMkLst>
        </pc:cxnChg>
      </pc:sldChg>
      <pc:sldChg chg="addSp delSp modSp add mod">
        <pc:chgData name="Caiden Logan Bonney" userId="d2c7f582-b6d3-4603-804b-a62bd6debacb" providerId="ADAL" clId="{515D5F93-BBD7-498A-9752-B7B95BE29ED0}" dt="2025-10-23T10:16:43.964" v="4609" actId="1076"/>
        <pc:sldMkLst>
          <pc:docMk/>
          <pc:sldMk cId="1079113670" sldId="264"/>
        </pc:sldMkLst>
        <pc:spChg chg="mod">
          <ac:chgData name="Caiden Logan Bonney" userId="d2c7f582-b6d3-4603-804b-a62bd6debacb" providerId="ADAL" clId="{515D5F93-BBD7-498A-9752-B7B95BE29ED0}" dt="2025-10-23T10:16:32.689" v="4607" actId="164"/>
          <ac:spMkLst>
            <pc:docMk/>
            <pc:sldMk cId="1079113670" sldId="264"/>
            <ac:spMk id="4" creationId="{7D9E7AB7-D7D1-C414-0052-1CC98D598581}"/>
          </ac:spMkLst>
        </pc:spChg>
        <pc:spChg chg="mod">
          <ac:chgData name="Caiden Logan Bonney" userId="d2c7f582-b6d3-4603-804b-a62bd6debacb" providerId="ADAL" clId="{515D5F93-BBD7-498A-9752-B7B95BE29ED0}" dt="2025-10-23T10:16:32.689" v="4607" actId="164"/>
          <ac:spMkLst>
            <pc:docMk/>
            <pc:sldMk cId="1079113670" sldId="264"/>
            <ac:spMk id="9" creationId="{497BD8EB-B28A-E8DF-75B0-9043648C7A8A}"/>
          </ac:spMkLst>
        </pc:spChg>
        <pc:spChg chg="del">
          <ac:chgData name="Caiden Logan Bonney" userId="d2c7f582-b6d3-4603-804b-a62bd6debacb" providerId="ADAL" clId="{515D5F93-BBD7-498A-9752-B7B95BE29ED0}" dt="2025-10-23T10:00:03.428" v="3715" actId="478"/>
          <ac:spMkLst>
            <pc:docMk/>
            <pc:sldMk cId="1079113670" sldId="264"/>
            <ac:spMk id="12" creationId="{7D53BA51-8BE0-EF92-B03B-C55C92B3528A}"/>
          </ac:spMkLst>
        </pc:spChg>
        <pc:spChg chg="del mod">
          <ac:chgData name="Caiden Logan Bonney" userId="d2c7f582-b6d3-4603-804b-a62bd6debacb" providerId="ADAL" clId="{515D5F93-BBD7-498A-9752-B7B95BE29ED0}" dt="2025-10-23T10:03:33.760" v="3789" actId="478"/>
          <ac:spMkLst>
            <pc:docMk/>
            <pc:sldMk cId="1079113670" sldId="264"/>
            <ac:spMk id="17" creationId="{CBBF410D-1AFC-B1A6-1581-BC8C3E438593}"/>
          </ac:spMkLst>
        </pc:spChg>
        <pc:spChg chg="del mod">
          <ac:chgData name="Caiden Logan Bonney" userId="d2c7f582-b6d3-4603-804b-a62bd6debacb" providerId="ADAL" clId="{515D5F93-BBD7-498A-9752-B7B95BE29ED0}" dt="2025-10-23T10:03:34.525" v="3790" actId="478"/>
          <ac:spMkLst>
            <pc:docMk/>
            <pc:sldMk cId="1079113670" sldId="264"/>
            <ac:spMk id="18" creationId="{A51A802E-E054-5424-BD2A-D4A75269C097}"/>
          </ac:spMkLst>
        </pc:spChg>
        <pc:spChg chg="add mod">
          <ac:chgData name="Caiden Logan Bonney" userId="d2c7f582-b6d3-4603-804b-a62bd6debacb" providerId="ADAL" clId="{515D5F93-BBD7-498A-9752-B7B95BE29ED0}" dt="2025-10-23T10:01:22.874" v="3755"/>
          <ac:spMkLst>
            <pc:docMk/>
            <pc:sldMk cId="1079113670" sldId="264"/>
            <ac:spMk id="24" creationId="{DE875479-EE2E-738C-50F3-A387F80113EF}"/>
          </ac:spMkLst>
        </pc:spChg>
        <pc:spChg chg="add mod">
          <ac:chgData name="Caiden Logan Bonney" userId="d2c7f582-b6d3-4603-804b-a62bd6debacb" providerId="ADAL" clId="{515D5F93-BBD7-498A-9752-B7B95BE29ED0}" dt="2025-10-23T10:01:22.874" v="3755"/>
          <ac:spMkLst>
            <pc:docMk/>
            <pc:sldMk cId="1079113670" sldId="264"/>
            <ac:spMk id="25" creationId="{161BA571-AEA4-BC3E-82C3-495668F48A55}"/>
          </ac:spMkLst>
        </pc:spChg>
        <pc:spChg chg="add mod">
          <ac:chgData name="Caiden Logan Bonney" userId="d2c7f582-b6d3-4603-804b-a62bd6debacb" providerId="ADAL" clId="{515D5F93-BBD7-498A-9752-B7B95BE29ED0}" dt="2025-10-23T10:01:22.874" v="3755"/>
          <ac:spMkLst>
            <pc:docMk/>
            <pc:sldMk cId="1079113670" sldId="264"/>
            <ac:spMk id="26" creationId="{986263D4-9635-9F27-0508-5F239320C863}"/>
          </ac:spMkLst>
        </pc:spChg>
        <pc:spChg chg="add mod">
          <ac:chgData name="Caiden Logan Bonney" userId="d2c7f582-b6d3-4603-804b-a62bd6debacb" providerId="ADAL" clId="{515D5F93-BBD7-498A-9752-B7B95BE29ED0}" dt="2025-10-23T10:05:59.159" v="3901" actId="1076"/>
          <ac:spMkLst>
            <pc:docMk/>
            <pc:sldMk cId="1079113670" sldId="264"/>
            <ac:spMk id="28" creationId="{F272FA6A-01EA-40F7-9F76-C173E9748065}"/>
          </ac:spMkLst>
        </pc:spChg>
        <pc:spChg chg="add del mod">
          <ac:chgData name="Caiden Logan Bonney" userId="d2c7f582-b6d3-4603-804b-a62bd6debacb" providerId="ADAL" clId="{515D5F93-BBD7-498A-9752-B7B95BE29ED0}" dt="2025-10-23T10:03:20.683" v="3784" actId="478"/>
          <ac:spMkLst>
            <pc:docMk/>
            <pc:sldMk cId="1079113670" sldId="264"/>
            <ac:spMk id="29" creationId="{96F190DC-5B16-6119-CD83-44618D80B5DE}"/>
          </ac:spMkLst>
        </pc:spChg>
        <pc:spChg chg="add del mod">
          <ac:chgData name="Caiden Logan Bonney" userId="d2c7f582-b6d3-4603-804b-a62bd6debacb" providerId="ADAL" clId="{515D5F93-BBD7-498A-9752-B7B95BE29ED0}" dt="2025-10-23T10:01:50.820" v="3761" actId="478"/>
          <ac:spMkLst>
            <pc:docMk/>
            <pc:sldMk cId="1079113670" sldId="264"/>
            <ac:spMk id="33" creationId="{3E1CEDB7-9BA8-9029-EC5E-864FA3754B8C}"/>
          </ac:spMkLst>
        </pc:spChg>
        <pc:spChg chg="add del mod">
          <ac:chgData name="Caiden Logan Bonney" userId="d2c7f582-b6d3-4603-804b-a62bd6debacb" providerId="ADAL" clId="{515D5F93-BBD7-498A-9752-B7B95BE29ED0}" dt="2025-10-23T10:01:52.881" v="3763" actId="478"/>
          <ac:spMkLst>
            <pc:docMk/>
            <pc:sldMk cId="1079113670" sldId="264"/>
            <ac:spMk id="34" creationId="{5567C9FE-0AE5-0D27-7611-C09A637A04B0}"/>
          </ac:spMkLst>
        </pc:spChg>
        <pc:spChg chg="add del mod">
          <ac:chgData name="Caiden Logan Bonney" userId="d2c7f582-b6d3-4603-804b-a62bd6debacb" providerId="ADAL" clId="{515D5F93-BBD7-498A-9752-B7B95BE29ED0}" dt="2025-10-23T10:03:23.367" v="3786" actId="478"/>
          <ac:spMkLst>
            <pc:docMk/>
            <pc:sldMk cId="1079113670" sldId="264"/>
            <ac:spMk id="35" creationId="{3ABEE5EC-F4E6-A734-060A-A8C76D085814}"/>
          </ac:spMkLst>
        </pc:spChg>
        <pc:spChg chg="del mod">
          <ac:chgData name="Caiden Logan Bonney" userId="d2c7f582-b6d3-4603-804b-a62bd6debacb" providerId="ADAL" clId="{515D5F93-BBD7-498A-9752-B7B95BE29ED0}" dt="2025-10-23T10:00:05.575" v="3716" actId="478"/>
          <ac:spMkLst>
            <pc:docMk/>
            <pc:sldMk cId="1079113670" sldId="264"/>
            <ac:spMk id="36" creationId="{21E5C8C6-E9DE-24BD-933D-9B9D4295C6F5}"/>
          </ac:spMkLst>
        </pc:spChg>
        <pc:spChg chg="del">
          <ac:chgData name="Caiden Logan Bonney" userId="d2c7f582-b6d3-4603-804b-a62bd6debacb" providerId="ADAL" clId="{515D5F93-BBD7-498A-9752-B7B95BE29ED0}" dt="2025-10-23T10:00:12.535" v="3722" actId="478"/>
          <ac:spMkLst>
            <pc:docMk/>
            <pc:sldMk cId="1079113670" sldId="264"/>
            <ac:spMk id="37" creationId="{EA10186B-EDA6-4491-71EE-B6E5413A317B}"/>
          </ac:spMkLst>
        </pc:spChg>
        <pc:spChg chg="add del mod">
          <ac:chgData name="Caiden Logan Bonney" userId="d2c7f582-b6d3-4603-804b-a62bd6debacb" providerId="ADAL" clId="{515D5F93-BBD7-498A-9752-B7B95BE29ED0}" dt="2025-10-23T10:03:22.318" v="3785" actId="478"/>
          <ac:spMkLst>
            <pc:docMk/>
            <pc:sldMk cId="1079113670" sldId="264"/>
            <ac:spMk id="38" creationId="{0989216D-CFA8-04CC-551F-93248D97CA9C}"/>
          </ac:spMkLst>
        </pc:spChg>
        <pc:spChg chg="mod">
          <ac:chgData name="Caiden Logan Bonney" userId="d2c7f582-b6d3-4603-804b-a62bd6debacb" providerId="ADAL" clId="{515D5F93-BBD7-498A-9752-B7B95BE29ED0}" dt="2025-10-23T10:05:57.207" v="3900" actId="1076"/>
          <ac:spMkLst>
            <pc:docMk/>
            <pc:sldMk cId="1079113670" sldId="264"/>
            <ac:spMk id="54" creationId="{9D7E17E7-CC0F-6D64-975A-EE67F0106F3F}"/>
          </ac:spMkLst>
        </pc:spChg>
        <pc:spChg chg="mod">
          <ac:chgData name="Caiden Logan Bonney" userId="d2c7f582-b6d3-4603-804b-a62bd6debacb" providerId="ADAL" clId="{515D5F93-BBD7-498A-9752-B7B95BE29ED0}" dt="2025-10-23T10:16:32.689" v="4607" actId="164"/>
          <ac:spMkLst>
            <pc:docMk/>
            <pc:sldMk cId="1079113670" sldId="264"/>
            <ac:spMk id="56" creationId="{7766202A-A025-80A5-A21A-D2EEBAC57A9C}"/>
          </ac:spMkLst>
        </pc:spChg>
        <pc:spChg chg="mod">
          <ac:chgData name="Caiden Logan Bonney" userId="d2c7f582-b6d3-4603-804b-a62bd6debacb" providerId="ADAL" clId="{515D5F93-BBD7-498A-9752-B7B95BE29ED0}" dt="2025-10-23T10:16:32.689" v="4607" actId="164"/>
          <ac:spMkLst>
            <pc:docMk/>
            <pc:sldMk cId="1079113670" sldId="264"/>
            <ac:spMk id="57" creationId="{4DD7B5FF-0BC0-6DCD-A2FB-8FF9F9817ED4}"/>
          </ac:spMkLst>
        </pc:spChg>
        <pc:spChg chg="add mod">
          <ac:chgData name="Caiden Logan Bonney" userId="d2c7f582-b6d3-4603-804b-a62bd6debacb" providerId="ADAL" clId="{515D5F93-BBD7-498A-9752-B7B95BE29ED0}" dt="2025-10-23T10:16:32.689" v="4607" actId="164"/>
          <ac:spMkLst>
            <pc:docMk/>
            <pc:sldMk cId="1079113670" sldId="264"/>
            <ac:spMk id="74" creationId="{9FFB3563-B171-A4FA-897E-67DC190242F8}"/>
          </ac:spMkLst>
        </pc:spChg>
        <pc:spChg chg="del">
          <ac:chgData name="Caiden Logan Bonney" userId="d2c7f582-b6d3-4603-804b-a62bd6debacb" providerId="ADAL" clId="{515D5F93-BBD7-498A-9752-B7B95BE29ED0}" dt="2025-10-23T10:00:10.260" v="3720" actId="478"/>
          <ac:spMkLst>
            <pc:docMk/>
            <pc:sldMk cId="1079113670" sldId="264"/>
            <ac:spMk id="75" creationId="{47135BA9-D3EC-69A1-B043-0D5033809373}"/>
          </ac:spMkLst>
        </pc:spChg>
        <pc:spChg chg="del">
          <ac:chgData name="Caiden Logan Bonney" userId="d2c7f582-b6d3-4603-804b-a62bd6debacb" providerId="ADAL" clId="{515D5F93-BBD7-498A-9752-B7B95BE29ED0}" dt="2025-10-23T10:00:11.382" v="3721" actId="478"/>
          <ac:spMkLst>
            <pc:docMk/>
            <pc:sldMk cId="1079113670" sldId="264"/>
            <ac:spMk id="76" creationId="{C3550072-227F-8CE8-6B25-2B327086EFEF}"/>
          </ac:spMkLst>
        </pc:spChg>
        <pc:spChg chg="add mod">
          <ac:chgData name="Caiden Logan Bonney" userId="d2c7f582-b6d3-4603-804b-a62bd6debacb" providerId="ADAL" clId="{515D5F93-BBD7-498A-9752-B7B95BE29ED0}" dt="2025-10-23T10:16:32.689" v="4607" actId="164"/>
          <ac:spMkLst>
            <pc:docMk/>
            <pc:sldMk cId="1079113670" sldId="264"/>
            <ac:spMk id="78" creationId="{0C8D5276-2986-B6F3-7861-DDAB873D3ADF}"/>
          </ac:spMkLst>
        </pc:spChg>
        <pc:spChg chg="mod">
          <ac:chgData name="Caiden Logan Bonney" userId="d2c7f582-b6d3-4603-804b-a62bd6debacb" providerId="ADAL" clId="{515D5F93-BBD7-498A-9752-B7B95BE29ED0}" dt="2025-10-23T10:06:36.865" v="3906" actId="1076"/>
          <ac:spMkLst>
            <pc:docMk/>
            <pc:sldMk cId="1079113670" sldId="264"/>
            <ac:spMk id="79" creationId="{4FC5EC51-7ADF-BFE8-6064-192D96C9ACC3}"/>
          </ac:spMkLst>
        </pc:spChg>
        <pc:spChg chg="add mod">
          <ac:chgData name="Caiden Logan Bonney" userId="d2c7f582-b6d3-4603-804b-a62bd6debacb" providerId="ADAL" clId="{515D5F93-BBD7-498A-9752-B7B95BE29ED0}" dt="2025-10-23T10:03:48.244" v="3794" actId="1076"/>
          <ac:spMkLst>
            <pc:docMk/>
            <pc:sldMk cId="1079113670" sldId="264"/>
            <ac:spMk id="80" creationId="{F5935453-1BFD-B67B-9F5E-4D5589322B8F}"/>
          </ac:spMkLst>
        </pc:spChg>
        <pc:spChg chg="del mod">
          <ac:chgData name="Caiden Logan Bonney" userId="d2c7f582-b6d3-4603-804b-a62bd6debacb" providerId="ADAL" clId="{515D5F93-BBD7-498A-9752-B7B95BE29ED0}" dt="2025-10-23T10:03:35.951" v="3792" actId="478"/>
          <ac:spMkLst>
            <pc:docMk/>
            <pc:sldMk cId="1079113670" sldId="264"/>
            <ac:spMk id="81" creationId="{823611A4-45E3-4880-D4CB-E3E673563935}"/>
          </ac:spMkLst>
        </pc:spChg>
        <pc:spChg chg="add del mod">
          <ac:chgData name="Caiden Logan Bonney" userId="d2c7f582-b6d3-4603-804b-a62bd6debacb" providerId="ADAL" clId="{515D5F93-BBD7-498A-9752-B7B95BE29ED0}" dt="2025-10-23T10:04:53.538" v="3890" actId="478"/>
          <ac:spMkLst>
            <pc:docMk/>
            <pc:sldMk cId="1079113670" sldId="264"/>
            <ac:spMk id="82" creationId="{E4606EE0-4650-CA9B-2F28-7C8A169EE88C}"/>
          </ac:spMkLst>
        </pc:spChg>
        <pc:spChg chg="add mod">
          <ac:chgData name="Caiden Logan Bonney" userId="d2c7f582-b6d3-4603-804b-a62bd6debacb" providerId="ADAL" clId="{515D5F93-BBD7-498A-9752-B7B95BE29ED0}" dt="2025-10-23T10:06:22.067" v="3904" actId="1076"/>
          <ac:spMkLst>
            <pc:docMk/>
            <pc:sldMk cId="1079113670" sldId="264"/>
            <ac:spMk id="83" creationId="{19418010-9EA6-A9DE-9A2D-DA718F862FE9}"/>
          </ac:spMkLst>
        </pc:spChg>
        <pc:spChg chg="del">
          <ac:chgData name="Caiden Logan Bonney" userId="d2c7f582-b6d3-4603-804b-a62bd6debacb" providerId="ADAL" clId="{515D5F93-BBD7-498A-9752-B7B95BE29ED0}" dt="2025-10-23T09:59:58.280" v="3712" actId="478"/>
          <ac:spMkLst>
            <pc:docMk/>
            <pc:sldMk cId="1079113670" sldId="264"/>
            <ac:spMk id="89" creationId="{E32D03DE-F389-27B2-8306-53FBA7677EF0}"/>
          </ac:spMkLst>
        </pc:spChg>
        <pc:spChg chg="del">
          <ac:chgData name="Caiden Logan Bonney" userId="d2c7f582-b6d3-4603-804b-a62bd6debacb" providerId="ADAL" clId="{515D5F93-BBD7-498A-9752-B7B95BE29ED0}" dt="2025-10-23T09:59:58.280" v="3712" actId="478"/>
          <ac:spMkLst>
            <pc:docMk/>
            <pc:sldMk cId="1079113670" sldId="264"/>
            <ac:spMk id="91" creationId="{A6B0CC5B-71CF-514C-ADEC-FB12F3FF5C8B}"/>
          </ac:spMkLst>
        </pc:spChg>
        <pc:spChg chg="del">
          <ac:chgData name="Caiden Logan Bonney" userId="d2c7f582-b6d3-4603-804b-a62bd6debacb" providerId="ADAL" clId="{515D5F93-BBD7-498A-9752-B7B95BE29ED0}" dt="2025-10-23T09:59:58.280" v="3712" actId="478"/>
          <ac:spMkLst>
            <pc:docMk/>
            <pc:sldMk cId="1079113670" sldId="264"/>
            <ac:spMk id="92" creationId="{33065767-2D30-810D-7589-B5EDD06413A7}"/>
          </ac:spMkLst>
        </pc:spChg>
        <pc:spChg chg="del">
          <ac:chgData name="Caiden Logan Bonney" userId="d2c7f582-b6d3-4603-804b-a62bd6debacb" providerId="ADAL" clId="{515D5F93-BBD7-498A-9752-B7B95BE29ED0}" dt="2025-10-23T09:59:58.280" v="3712" actId="478"/>
          <ac:spMkLst>
            <pc:docMk/>
            <pc:sldMk cId="1079113670" sldId="264"/>
            <ac:spMk id="93" creationId="{F0428D37-053A-6F95-6AAB-8EEBB8B90474}"/>
          </ac:spMkLst>
        </pc:spChg>
        <pc:spChg chg="add mod">
          <ac:chgData name="Caiden Logan Bonney" userId="d2c7f582-b6d3-4603-804b-a62bd6debacb" providerId="ADAL" clId="{515D5F93-BBD7-498A-9752-B7B95BE29ED0}" dt="2025-10-23T10:16:32.689" v="4607" actId="164"/>
          <ac:spMkLst>
            <pc:docMk/>
            <pc:sldMk cId="1079113670" sldId="264"/>
            <ac:spMk id="99" creationId="{47E3C6E9-19D5-0050-632A-333599E9B6D9}"/>
          </ac:spMkLst>
        </pc:spChg>
        <pc:spChg chg="del">
          <ac:chgData name="Caiden Logan Bonney" userId="d2c7f582-b6d3-4603-804b-a62bd6debacb" providerId="ADAL" clId="{515D5F93-BBD7-498A-9752-B7B95BE29ED0}" dt="2025-10-23T09:59:58.280" v="3712" actId="478"/>
          <ac:spMkLst>
            <pc:docMk/>
            <pc:sldMk cId="1079113670" sldId="264"/>
            <ac:spMk id="101" creationId="{D4454F97-1012-7F83-81C1-C799A8113D6D}"/>
          </ac:spMkLst>
        </pc:spChg>
        <pc:spChg chg="add mod">
          <ac:chgData name="Caiden Logan Bonney" userId="d2c7f582-b6d3-4603-804b-a62bd6debacb" providerId="ADAL" clId="{515D5F93-BBD7-498A-9752-B7B95BE29ED0}" dt="2025-10-23T10:05:08.883" v="3892" actId="1076"/>
          <ac:spMkLst>
            <pc:docMk/>
            <pc:sldMk cId="1079113670" sldId="264"/>
            <ac:spMk id="103" creationId="{593200D8-E513-41A3-A9C7-FCC6B569467F}"/>
          </ac:spMkLst>
        </pc:spChg>
        <pc:spChg chg="del">
          <ac:chgData name="Caiden Logan Bonney" userId="d2c7f582-b6d3-4603-804b-a62bd6debacb" providerId="ADAL" clId="{515D5F93-BBD7-498A-9752-B7B95BE29ED0}" dt="2025-10-23T09:59:58.280" v="3712" actId="478"/>
          <ac:spMkLst>
            <pc:docMk/>
            <pc:sldMk cId="1079113670" sldId="264"/>
            <ac:spMk id="104" creationId="{58DAC144-2361-3EB8-7A7E-FAA9028348CF}"/>
          </ac:spMkLst>
        </pc:spChg>
        <pc:spChg chg="add mod">
          <ac:chgData name="Caiden Logan Bonney" userId="d2c7f582-b6d3-4603-804b-a62bd6debacb" providerId="ADAL" clId="{515D5F93-BBD7-498A-9752-B7B95BE29ED0}" dt="2025-10-23T10:05:08.883" v="3892" actId="1076"/>
          <ac:spMkLst>
            <pc:docMk/>
            <pc:sldMk cId="1079113670" sldId="264"/>
            <ac:spMk id="105" creationId="{3DACE29A-D2E9-5F7A-EBE6-7452BA195DCE}"/>
          </ac:spMkLst>
        </pc:spChg>
        <pc:spChg chg="add del mod">
          <ac:chgData name="Caiden Logan Bonney" userId="d2c7f582-b6d3-4603-804b-a62bd6debacb" providerId="ADAL" clId="{515D5F93-BBD7-498A-9752-B7B95BE29ED0}" dt="2025-10-23T10:06:45.574" v="3907" actId="478"/>
          <ac:spMkLst>
            <pc:docMk/>
            <pc:sldMk cId="1079113670" sldId="264"/>
            <ac:spMk id="106" creationId="{D39D8600-B315-37BF-D9F0-34759BD56FB9}"/>
          </ac:spMkLst>
        </pc:spChg>
        <pc:spChg chg="add mod">
          <ac:chgData name="Caiden Logan Bonney" userId="d2c7f582-b6d3-4603-804b-a62bd6debacb" providerId="ADAL" clId="{515D5F93-BBD7-498A-9752-B7B95BE29ED0}" dt="2025-10-23T10:08:49.608" v="4107" actId="20577"/>
          <ac:spMkLst>
            <pc:docMk/>
            <pc:sldMk cId="1079113670" sldId="264"/>
            <ac:spMk id="107" creationId="{A51794B1-4A35-5508-DE5F-CF0862E57539}"/>
          </ac:spMkLst>
        </pc:spChg>
        <pc:spChg chg="add del mod">
          <ac:chgData name="Caiden Logan Bonney" userId="d2c7f582-b6d3-4603-804b-a62bd6debacb" providerId="ADAL" clId="{515D5F93-BBD7-498A-9752-B7B95BE29ED0}" dt="2025-10-23T10:11:17.525" v="4197" actId="478"/>
          <ac:spMkLst>
            <pc:docMk/>
            <pc:sldMk cId="1079113670" sldId="264"/>
            <ac:spMk id="118" creationId="{B6154160-C877-3C67-35A6-8E355081B0E5}"/>
          </ac:spMkLst>
        </pc:spChg>
        <pc:spChg chg="add del mod">
          <ac:chgData name="Caiden Logan Bonney" userId="d2c7f582-b6d3-4603-804b-a62bd6debacb" providerId="ADAL" clId="{515D5F93-BBD7-498A-9752-B7B95BE29ED0}" dt="2025-10-23T10:11:17.525" v="4197" actId="478"/>
          <ac:spMkLst>
            <pc:docMk/>
            <pc:sldMk cId="1079113670" sldId="264"/>
            <ac:spMk id="120" creationId="{5F20C924-D8DB-19E3-7E6D-B644946DBCB2}"/>
          </ac:spMkLst>
        </pc:spChg>
        <pc:spChg chg="add del mod">
          <ac:chgData name="Caiden Logan Bonney" userId="d2c7f582-b6d3-4603-804b-a62bd6debacb" providerId="ADAL" clId="{515D5F93-BBD7-498A-9752-B7B95BE29ED0}" dt="2025-10-23T10:11:17.525" v="4197" actId="478"/>
          <ac:spMkLst>
            <pc:docMk/>
            <pc:sldMk cId="1079113670" sldId="264"/>
            <ac:spMk id="121" creationId="{5DC0089E-5E28-2FCE-F8D1-07F81410CD51}"/>
          </ac:spMkLst>
        </pc:spChg>
        <pc:spChg chg="add del mod">
          <ac:chgData name="Caiden Logan Bonney" userId="d2c7f582-b6d3-4603-804b-a62bd6debacb" providerId="ADAL" clId="{515D5F93-BBD7-498A-9752-B7B95BE29ED0}" dt="2025-10-23T10:11:17.525" v="4197" actId="478"/>
          <ac:spMkLst>
            <pc:docMk/>
            <pc:sldMk cId="1079113670" sldId="264"/>
            <ac:spMk id="122" creationId="{A43FA306-571B-1152-59D7-179AF7113298}"/>
          </ac:spMkLst>
        </pc:spChg>
        <pc:spChg chg="add mod">
          <ac:chgData name="Caiden Logan Bonney" userId="d2c7f582-b6d3-4603-804b-a62bd6debacb" providerId="ADAL" clId="{515D5F93-BBD7-498A-9752-B7B95BE29ED0}" dt="2025-10-23T10:10:46.923" v="4182"/>
          <ac:spMkLst>
            <pc:docMk/>
            <pc:sldMk cId="1079113670" sldId="264"/>
            <ac:spMk id="129" creationId="{D0F8638F-6474-4086-1CB2-174C199E67FC}"/>
          </ac:spMkLst>
        </pc:spChg>
        <pc:spChg chg="add mod">
          <ac:chgData name="Caiden Logan Bonney" userId="d2c7f582-b6d3-4603-804b-a62bd6debacb" providerId="ADAL" clId="{515D5F93-BBD7-498A-9752-B7B95BE29ED0}" dt="2025-10-23T10:10:46.923" v="4182"/>
          <ac:spMkLst>
            <pc:docMk/>
            <pc:sldMk cId="1079113670" sldId="264"/>
            <ac:spMk id="131" creationId="{AAED8B7C-5588-E367-0E62-958E401BB912}"/>
          </ac:spMkLst>
        </pc:spChg>
        <pc:spChg chg="add mod">
          <ac:chgData name="Caiden Logan Bonney" userId="d2c7f582-b6d3-4603-804b-a62bd6debacb" providerId="ADAL" clId="{515D5F93-BBD7-498A-9752-B7B95BE29ED0}" dt="2025-10-23T10:10:46.923" v="4182"/>
          <ac:spMkLst>
            <pc:docMk/>
            <pc:sldMk cId="1079113670" sldId="264"/>
            <ac:spMk id="132" creationId="{31277A09-D8E6-CEA2-0B7F-C1C650D02353}"/>
          </ac:spMkLst>
        </pc:spChg>
        <pc:spChg chg="add mod">
          <ac:chgData name="Caiden Logan Bonney" userId="d2c7f582-b6d3-4603-804b-a62bd6debacb" providerId="ADAL" clId="{515D5F93-BBD7-498A-9752-B7B95BE29ED0}" dt="2025-10-23T10:10:46.923" v="4182"/>
          <ac:spMkLst>
            <pc:docMk/>
            <pc:sldMk cId="1079113670" sldId="264"/>
            <ac:spMk id="133" creationId="{3AF73625-1F97-E259-6C3A-DE4372CD161C}"/>
          </ac:spMkLst>
        </pc:spChg>
        <pc:spChg chg="add mod">
          <ac:chgData name="Caiden Logan Bonney" userId="d2c7f582-b6d3-4603-804b-a62bd6debacb" providerId="ADAL" clId="{515D5F93-BBD7-498A-9752-B7B95BE29ED0}" dt="2025-10-23T10:16:32.689" v="4607" actId="164"/>
          <ac:spMkLst>
            <pc:docMk/>
            <pc:sldMk cId="1079113670" sldId="264"/>
            <ac:spMk id="136" creationId="{7609FB08-7B27-1601-F764-09CAAE34F4E8}"/>
          </ac:spMkLst>
        </pc:spChg>
        <pc:spChg chg="add mod">
          <ac:chgData name="Caiden Logan Bonney" userId="d2c7f582-b6d3-4603-804b-a62bd6debacb" providerId="ADAL" clId="{515D5F93-BBD7-498A-9752-B7B95BE29ED0}" dt="2025-10-23T10:16:32.689" v="4607" actId="164"/>
          <ac:spMkLst>
            <pc:docMk/>
            <pc:sldMk cId="1079113670" sldId="264"/>
            <ac:spMk id="138" creationId="{5A04F993-470D-3ED9-DA6B-6B9C3728DF02}"/>
          </ac:spMkLst>
        </pc:spChg>
        <pc:spChg chg="add mod">
          <ac:chgData name="Caiden Logan Bonney" userId="d2c7f582-b6d3-4603-804b-a62bd6debacb" providerId="ADAL" clId="{515D5F93-BBD7-498A-9752-B7B95BE29ED0}" dt="2025-10-23T10:10:59.259" v="4185" actId="1076"/>
          <ac:spMkLst>
            <pc:docMk/>
            <pc:sldMk cId="1079113670" sldId="264"/>
            <ac:spMk id="139" creationId="{D8FC5CFA-C646-7515-4F10-5540022F0C46}"/>
          </ac:spMkLst>
        </pc:spChg>
        <pc:spChg chg="add mod">
          <ac:chgData name="Caiden Logan Bonney" userId="d2c7f582-b6d3-4603-804b-a62bd6debacb" providerId="ADAL" clId="{515D5F93-BBD7-498A-9752-B7B95BE29ED0}" dt="2025-10-23T10:11:39.792" v="4203" actId="27636"/>
          <ac:spMkLst>
            <pc:docMk/>
            <pc:sldMk cId="1079113670" sldId="264"/>
            <ac:spMk id="140" creationId="{159FC43A-9D66-EF36-E0E5-66CB9E8D7DDA}"/>
          </ac:spMkLst>
        </pc:spChg>
        <pc:spChg chg="add mod">
          <ac:chgData name="Caiden Logan Bonney" userId="d2c7f582-b6d3-4603-804b-a62bd6debacb" providerId="ADAL" clId="{515D5F93-BBD7-498A-9752-B7B95BE29ED0}" dt="2025-10-23T10:14:16.358" v="4425" actId="20577"/>
          <ac:spMkLst>
            <pc:docMk/>
            <pc:sldMk cId="1079113670" sldId="264"/>
            <ac:spMk id="145" creationId="{D7AC4037-E4B1-29B8-980A-627C00BB8AEC}"/>
          </ac:spMkLst>
        </pc:spChg>
        <pc:spChg chg="add mod">
          <ac:chgData name="Caiden Logan Bonney" userId="d2c7f582-b6d3-4603-804b-a62bd6debacb" providerId="ADAL" clId="{515D5F93-BBD7-498A-9752-B7B95BE29ED0}" dt="2025-10-23T10:13:16.237" v="4251" actId="1076"/>
          <ac:spMkLst>
            <pc:docMk/>
            <pc:sldMk cId="1079113670" sldId="264"/>
            <ac:spMk id="147" creationId="{C8178142-7651-7495-16EB-1A45C2C6D9BC}"/>
          </ac:spMkLst>
        </pc:spChg>
        <pc:spChg chg="add mod">
          <ac:chgData name="Caiden Logan Bonney" userId="d2c7f582-b6d3-4603-804b-a62bd6debacb" providerId="ADAL" clId="{515D5F93-BBD7-498A-9752-B7B95BE29ED0}" dt="2025-10-23T10:13:16.237" v="4251" actId="1076"/>
          <ac:spMkLst>
            <pc:docMk/>
            <pc:sldMk cId="1079113670" sldId="264"/>
            <ac:spMk id="148" creationId="{C9856B7B-E6C3-6A49-6FAC-9EC1A7A944E8}"/>
          </ac:spMkLst>
        </pc:spChg>
        <pc:spChg chg="add mod">
          <ac:chgData name="Caiden Logan Bonney" userId="d2c7f582-b6d3-4603-804b-a62bd6debacb" providerId="ADAL" clId="{515D5F93-BBD7-498A-9752-B7B95BE29ED0}" dt="2025-10-23T10:16:32.689" v="4607" actId="164"/>
          <ac:spMkLst>
            <pc:docMk/>
            <pc:sldMk cId="1079113670" sldId="264"/>
            <ac:spMk id="149" creationId="{F2250F47-32D6-E8EA-E03C-80E8B9D754F0}"/>
          </ac:spMkLst>
        </pc:spChg>
        <pc:grpChg chg="mod">
          <ac:chgData name="Caiden Logan Bonney" userId="d2c7f582-b6d3-4603-804b-a62bd6debacb" providerId="ADAL" clId="{515D5F93-BBD7-498A-9752-B7B95BE29ED0}" dt="2025-10-23T10:16:43.964" v="4609" actId="1076"/>
          <ac:grpSpMkLst>
            <pc:docMk/>
            <pc:sldMk cId="1079113670" sldId="264"/>
            <ac:grpSpMk id="156" creationId="{60911558-981F-E588-C461-BD5F27B8E117}"/>
          </ac:grpSpMkLst>
        </pc:grpChg>
        <pc:cxnChg chg="mod">
          <ac:chgData name="Caiden Logan Bonney" userId="d2c7f582-b6d3-4603-804b-a62bd6debacb" providerId="ADAL" clId="{515D5F93-BBD7-498A-9752-B7B95BE29ED0}" dt="2025-10-23T10:05:55.695" v="3899" actId="1076"/>
          <ac:cxnSpMkLst>
            <pc:docMk/>
            <pc:sldMk cId="1079113670" sldId="264"/>
            <ac:cxnSpMk id="8" creationId="{E4172149-77FF-87E8-C8FD-8513AB582D55}"/>
          </ac:cxnSpMkLst>
        </pc:cxnChg>
        <pc:cxnChg chg="add mod">
          <ac:chgData name="Caiden Logan Bonney" userId="d2c7f582-b6d3-4603-804b-a62bd6debacb" providerId="ADAL" clId="{515D5F93-BBD7-498A-9752-B7B95BE29ED0}" dt="2025-10-23T10:06:36.865" v="3906" actId="1076"/>
          <ac:cxnSpMkLst>
            <pc:docMk/>
            <pc:sldMk cId="1079113670" sldId="264"/>
            <ac:cxnSpMk id="13" creationId="{57CD870D-4C2C-5C3B-1627-948ACA8F7C61}"/>
          </ac:cxnSpMkLst>
        </pc:cxnChg>
        <pc:cxnChg chg="del mod">
          <ac:chgData name="Caiden Logan Bonney" userId="d2c7f582-b6d3-4603-804b-a62bd6debacb" providerId="ADAL" clId="{515D5F93-BBD7-498A-9752-B7B95BE29ED0}" dt="2025-10-23T10:03:35.412" v="3791" actId="478"/>
          <ac:cxnSpMkLst>
            <pc:docMk/>
            <pc:sldMk cId="1079113670" sldId="264"/>
            <ac:cxnSpMk id="14" creationId="{AEDB2596-A036-DC11-FCEA-EABE7A339CAD}"/>
          </ac:cxnSpMkLst>
        </pc:cxnChg>
        <pc:cxnChg chg="del mod">
          <ac:chgData name="Caiden Logan Bonney" userId="d2c7f582-b6d3-4603-804b-a62bd6debacb" providerId="ADAL" clId="{515D5F93-BBD7-498A-9752-B7B95BE29ED0}" dt="2025-10-23T10:03:31.641" v="3788" actId="478"/>
          <ac:cxnSpMkLst>
            <pc:docMk/>
            <pc:sldMk cId="1079113670" sldId="264"/>
            <ac:cxnSpMk id="15" creationId="{21CA073D-F92E-BD45-DB30-2A7BE201D1AD}"/>
          </ac:cxnSpMkLst>
        </pc:cxnChg>
        <pc:cxnChg chg="add mod">
          <ac:chgData name="Caiden Logan Bonney" userId="d2c7f582-b6d3-4603-804b-a62bd6debacb" providerId="ADAL" clId="{515D5F93-BBD7-498A-9752-B7B95BE29ED0}" dt="2025-10-23T10:05:59.159" v="3901" actId="1076"/>
          <ac:cxnSpMkLst>
            <pc:docMk/>
            <pc:sldMk cId="1079113670" sldId="264"/>
            <ac:cxnSpMk id="20" creationId="{26C2CE6A-98CA-79B1-0D73-D1FBA3C4A11C}"/>
          </ac:cxnSpMkLst>
        </pc:cxnChg>
        <pc:cxnChg chg="add mod">
          <ac:chgData name="Caiden Logan Bonney" userId="d2c7f582-b6d3-4603-804b-a62bd6debacb" providerId="ADAL" clId="{515D5F93-BBD7-498A-9752-B7B95BE29ED0}" dt="2025-10-23T10:01:22.874" v="3755"/>
          <ac:cxnSpMkLst>
            <pc:docMk/>
            <pc:sldMk cId="1079113670" sldId="264"/>
            <ac:cxnSpMk id="23" creationId="{35E9C8D2-78A7-C028-2C22-727601C4968C}"/>
          </ac:cxnSpMkLst>
        </pc:cxnChg>
        <pc:cxnChg chg="add mod">
          <ac:chgData name="Caiden Logan Bonney" userId="d2c7f582-b6d3-4603-804b-a62bd6debacb" providerId="ADAL" clId="{515D5F93-BBD7-498A-9752-B7B95BE29ED0}" dt="2025-10-23T10:01:22.874" v="3755"/>
          <ac:cxnSpMkLst>
            <pc:docMk/>
            <pc:sldMk cId="1079113670" sldId="264"/>
            <ac:cxnSpMk id="27" creationId="{05119A8F-EED5-A98A-DAC3-EF219005ACA2}"/>
          </ac:cxnSpMkLst>
        </pc:cxnChg>
        <pc:cxnChg chg="add del mod">
          <ac:chgData name="Caiden Logan Bonney" userId="d2c7f582-b6d3-4603-804b-a62bd6debacb" providerId="ADAL" clId="{515D5F93-BBD7-498A-9752-B7B95BE29ED0}" dt="2025-10-23T10:01:50.309" v="3760" actId="478"/>
          <ac:cxnSpMkLst>
            <pc:docMk/>
            <pc:sldMk cId="1079113670" sldId="264"/>
            <ac:cxnSpMk id="30" creationId="{97352607-1E5A-B544-EE45-2139E3282671}"/>
          </ac:cxnSpMkLst>
        </pc:cxnChg>
        <pc:cxnChg chg="add del mod">
          <ac:chgData name="Caiden Logan Bonney" userId="d2c7f582-b6d3-4603-804b-a62bd6debacb" providerId="ADAL" clId="{515D5F93-BBD7-498A-9752-B7B95BE29ED0}" dt="2025-10-23T10:01:51.531" v="3762" actId="478"/>
          <ac:cxnSpMkLst>
            <pc:docMk/>
            <pc:sldMk cId="1079113670" sldId="264"/>
            <ac:cxnSpMk id="31" creationId="{644E20D6-4FAE-705F-C126-B9A2C5DFC40C}"/>
          </ac:cxnSpMkLst>
        </pc:cxnChg>
        <pc:cxnChg chg="add del mod">
          <ac:chgData name="Caiden Logan Bonney" userId="d2c7f582-b6d3-4603-804b-a62bd6debacb" providerId="ADAL" clId="{515D5F93-BBD7-498A-9752-B7B95BE29ED0}" dt="2025-10-23T10:01:59.322" v="3765" actId="478"/>
          <ac:cxnSpMkLst>
            <pc:docMk/>
            <pc:sldMk cId="1079113670" sldId="264"/>
            <ac:cxnSpMk id="32" creationId="{57F23B34-FAF3-BD83-4451-DA22F34C8A96}"/>
          </ac:cxnSpMkLst>
        </pc:cxnChg>
        <pc:cxnChg chg="del mod">
          <ac:chgData name="Caiden Logan Bonney" userId="d2c7f582-b6d3-4603-804b-a62bd6debacb" providerId="ADAL" clId="{515D5F93-BBD7-498A-9752-B7B95BE29ED0}" dt="2025-10-23T10:00:08.031" v="3718" actId="478"/>
          <ac:cxnSpMkLst>
            <pc:docMk/>
            <pc:sldMk cId="1079113670" sldId="264"/>
            <ac:cxnSpMk id="40" creationId="{A75FD37C-3BB4-F38E-A4A0-84C6A520A784}"/>
          </ac:cxnSpMkLst>
        </pc:cxnChg>
        <pc:cxnChg chg="del mod">
          <ac:chgData name="Caiden Logan Bonney" userId="d2c7f582-b6d3-4603-804b-a62bd6debacb" providerId="ADAL" clId="{515D5F93-BBD7-498A-9752-B7B95BE29ED0}" dt="2025-10-23T10:00:08.472" v="3719" actId="478"/>
          <ac:cxnSpMkLst>
            <pc:docMk/>
            <pc:sldMk cId="1079113670" sldId="264"/>
            <ac:cxnSpMk id="52" creationId="{B3D3EB75-C2D9-6901-4EB9-F12754C5399A}"/>
          </ac:cxnSpMkLst>
        </pc:cxnChg>
        <pc:cxnChg chg="mod">
          <ac:chgData name="Caiden Logan Bonney" userId="d2c7f582-b6d3-4603-804b-a62bd6debacb" providerId="ADAL" clId="{515D5F93-BBD7-498A-9752-B7B95BE29ED0}" dt="2025-10-23T10:05:57.207" v="3900" actId="1076"/>
          <ac:cxnSpMkLst>
            <pc:docMk/>
            <pc:sldMk cId="1079113670" sldId="264"/>
            <ac:cxnSpMk id="55" creationId="{6E893DE4-7EAC-690D-6E90-392C8FDF06F3}"/>
          </ac:cxnSpMkLst>
        </pc:cxnChg>
        <pc:cxnChg chg="mod">
          <ac:chgData name="Caiden Logan Bonney" userId="d2c7f582-b6d3-4603-804b-a62bd6debacb" providerId="ADAL" clId="{515D5F93-BBD7-498A-9752-B7B95BE29ED0}" dt="2025-10-23T10:06:36.865" v="3906" actId="1076"/>
          <ac:cxnSpMkLst>
            <pc:docMk/>
            <pc:sldMk cId="1079113670" sldId="264"/>
            <ac:cxnSpMk id="59" creationId="{3D0F0166-425E-B854-94EE-FC197D41A24A}"/>
          </ac:cxnSpMkLst>
        </pc:cxnChg>
        <pc:cxnChg chg="del mod">
          <ac:chgData name="Caiden Logan Bonney" userId="d2c7f582-b6d3-4603-804b-a62bd6debacb" providerId="ADAL" clId="{515D5F93-BBD7-498A-9752-B7B95BE29ED0}" dt="2025-10-23T10:00:07.216" v="3717" actId="478"/>
          <ac:cxnSpMkLst>
            <pc:docMk/>
            <pc:sldMk cId="1079113670" sldId="264"/>
            <ac:cxnSpMk id="67" creationId="{F3E4F665-67EC-9CBC-12DD-B8AFC334BD9C}"/>
          </ac:cxnSpMkLst>
        </pc:cxnChg>
        <pc:cxnChg chg="add mod">
          <ac:chgData name="Caiden Logan Bonney" userId="d2c7f582-b6d3-4603-804b-a62bd6debacb" providerId="ADAL" clId="{515D5F93-BBD7-498A-9752-B7B95BE29ED0}" dt="2025-10-23T10:06:03.772" v="3902" actId="1076"/>
          <ac:cxnSpMkLst>
            <pc:docMk/>
            <pc:sldMk cId="1079113670" sldId="264"/>
            <ac:cxnSpMk id="77" creationId="{0C60A996-2604-D17A-5E53-BB3BE5AAF38F}"/>
          </ac:cxnSpMkLst>
        </pc:cxnChg>
        <pc:cxnChg chg="add mod">
          <ac:chgData name="Caiden Logan Bonney" userId="d2c7f582-b6d3-4603-804b-a62bd6debacb" providerId="ADAL" clId="{515D5F93-BBD7-498A-9752-B7B95BE29ED0}" dt="2025-10-23T10:06:22.067" v="3904" actId="1076"/>
          <ac:cxnSpMkLst>
            <pc:docMk/>
            <pc:sldMk cId="1079113670" sldId="264"/>
            <ac:cxnSpMk id="84" creationId="{DE1EBDC3-DF8A-44E3-4939-870D633120EF}"/>
          </ac:cxnSpMkLst>
        </pc:cxnChg>
        <pc:cxnChg chg="mod">
          <ac:chgData name="Caiden Logan Bonney" userId="d2c7f582-b6d3-4603-804b-a62bd6debacb" providerId="ADAL" clId="{515D5F93-BBD7-498A-9752-B7B95BE29ED0}" dt="2025-10-23T10:06:22.067" v="3904" actId="1076"/>
          <ac:cxnSpMkLst>
            <pc:docMk/>
            <pc:sldMk cId="1079113670" sldId="264"/>
            <ac:cxnSpMk id="85" creationId="{1ACE688C-225F-657D-B2C5-1E193C8EB305}"/>
          </ac:cxnSpMkLst>
        </pc:cxnChg>
        <pc:cxnChg chg="del mod">
          <ac:chgData name="Caiden Logan Bonney" userId="d2c7f582-b6d3-4603-804b-a62bd6debacb" providerId="ADAL" clId="{515D5F93-BBD7-498A-9752-B7B95BE29ED0}" dt="2025-10-23T10:00:01.085" v="3714" actId="478"/>
          <ac:cxnSpMkLst>
            <pc:docMk/>
            <pc:sldMk cId="1079113670" sldId="264"/>
            <ac:cxnSpMk id="86" creationId="{9FC87A7A-6505-F93D-AA96-8610DDF8E79E}"/>
          </ac:cxnSpMkLst>
        </pc:cxnChg>
        <pc:cxnChg chg="del mod">
          <ac:chgData name="Caiden Logan Bonney" userId="d2c7f582-b6d3-4603-804b-a62bd6debacb" providerId="ADAL" clId="{515D5F93-BBD7-498A-9752-B7B95BE29ED0}" dt="2025-10-23T09:59:58.280" v="3712" actId="478"/>
          <ac:cxnSpMkLst>
            <pc:docMk/>
            <pc:sldMk cId="1079113670" sldId="264"/>
            <ac:cxnSpMk id="90" creationId="{CB8267BA-28B7-FC02-62AC-E36469A3DC1D}"/>
          </ac:cxnSpMkLst>
        </pc:cxnChg>
        <pc:cxnChg chg="del mod">
          <ac:chgData name="Caiden Logan Bonney" userId="d2c7f582-b6d3-4603-804b-a62bd6debacb" providerId="ADAL" clId="{515D5F93-BBD7-498A-9752-B7B95BE29ED0}" dt="2025-10-23T09:59:58.280" v="3712" actId="478"/>
          <ac:cxnSpMkLst>
            <pc:docMk/>
            <pc:sldMk cId="1079113670" sldId="264"/>
            <ac:cxnSpMk id="94" creationId="{032B6685-4198-E4A9-AD14-88207EF814CC}"/>
          </ac:cxnSpMkLst>
        </pc:cxnChg>
        <pc:cxnChg chg="del mod">
          <ac:chgData name="Caiden Logan Bonney" userId="d2c7f582-b6d3-4603-804b-a62bd6debacb" providerId="ADAL" clId="{515D5F93-BBD7-498A-9752-B7B95BE29ED0}" dt="2025-10-23T10:00:00.320" v="3713" actId="478"/>
          <ac:cxnSpMkLst>
            <pc:docMk/>
            <pc:sldMk cId="1079113670" sldId="264"/>
            <ac:cxnSpMk id="97" creationId="{A442277A-04BA-4D35-CF1E-A9FE94A1CB33}"/>
          </ac:cxnSpMkLst>
        </pc:cxnChg>
        <pc:cxnChg chg="del mod">
          <ac:chgData name="Caiden Logan Bonney" userId="d2c7f582-b6d3-4603-804b-a62bd6debacb" providerId="ADAL" clId="{515D5F93-BBD7-498A-9752-B7B95BE29ED0}" dt="2025-10-23T09:59:58.280" v="3712" actId="478"/>
          <ac:cxnSpMkLst>
            <pc:docMk/>
            <pc:sldMk cId="1079113670" sldId="264"/>
            <ac:cxnSpMk id="100" creationId="{005AAC7D-EE12-8B56-F27B-0956CC7CE047}"/>
          </ac:cxnSpMkLst>
        </pc:cxnChg>
        <pc:cxnChg chg="add mod">
          <ac:chgData name="Caiden Logan Bonney" userId="d2c7f582-b6d3-4603-804b-a62bd6debacb" providerId="ADAL" clId="{515D5F93-BBD7-498A-9752-B7B95BE29ED0}" dt="2025-10-23T10:06:05.419" v="3903" actId="1076"/>
          <ac:cxnSpMkLst>
            <pc:docMk/>
            <pc:sldMk cId="1079113670" sldId="264"/>
            <ac:cxnSpMk id="102" creationId="{6E0CDB39-0244-92A1-4FA0-6B34ECEA5144}"/>
          </ac:cxnSpMkLst>
        </pc:cxnChg>
        <pc:cxnChg chg="add mod">
          <ac:chgData name="Caiden Logan Bonney" userId="d2c7f582-b6d3-4603-804b-a62bd6debacb" providerId="ADAL" clId="{515D5F93-BBD7-498A-9752-B7B95BE29ED0}" dt="2025-10-23T10:06:24.378" v="3905" actId="1076"/>
          <ac:cxnSpMkLst>
            <pc:docMk/>
            <pc:sldMk cId="1079113670" sldId="264"/>
            <ac:cxnSpMk id="108" creationId="{1D890B7A-4E7D-5359-BE7D-F0F6D187BCA5}"/>
          </ac:cxnSpMkLst>
        </pc:cxnChg>
        <pc:cxnChg chg="add del mod">
          <ac:chgData name="Caiden Logan Bonney" userId="d2c7f582-b6d3-4603-804b-a62bd6debacb" providerId="ADAL" clId="{515D5F93-BBD7-498A-9752-B7B95BE29ED0}" dt="2025-10-23T10:11:17.525" v="4197" actId="478"/>
          <ac:cxnSpMkLst>
            <pc:docMk/>
            <pc:sldMk cId="1079113670" sldId="264"/>
            <ac:cxnSpMk id="119" creationId="{D855FB3A-99E5-04B1-4E3B-DAADD5252A6C}"/>
          </ac:cxnSpMkLst>
        </pc:cxnChg>
        <pc:cxnChg chg="add del mod">
          <ac:chgData name="Caiden Logan Bonney" userId="d2c7f582-b6d3-4603-804b-a62bd6debacb" providerId="ADAL" clId="{515D5F93-BBD7-498A-9752-B7B95BE29ED0}" dt="2025-10-23T10:11:17.525" v="4197" actId="478"/>
          <ac:cxnSpMkLst>
            <pc:docMk/>
            <pc:sldMk cId="1079113670" sldId="264"/>
            <ac:cxnSpMk id="123" creationId="{C071244C-0A56-BE0A-E823-B5FCB1C82EA1}"/>
          </ac:cxnSpMkLst>
        </pc:cxnChg>
        <pc:cxnChg chg="add mod">
          <ac:chgData name="Caiden Logan Bonney" userId="d2c7f582-b6d3-4603-804b-a62bd6debacb" providerId="ADAL" clId="{515D5F93-BBD7-498A-9752-B7B95BE29ED0}" dt="2025-10-23T10:13:09.135" v="4249" actId="1076"/>
          <ac:cxnSpMkLst>
            <pc:docMk/>
            <pc:sldMk cId="1079113670" sldId="264"/>
            <ac:cxnSpMk id="126" creationId="{ADD32DBE-12C6-3E72-887B-A76793FF828F}"/>
          </ac:cxnSpMkLst>
        </pc:cxnChg>
        <pc:cxnChg chg="add mod">
          <ac:chgData name="Caiden Logan Bonney" userId="d2c7f582-b6d3-4603-804b-a62bd6debacb" providerId="ADAL" clId="{515D5F93-BBD7-498A-9752-B7B95BE29ED0}" dt="2025-10-23T10:10:46.923" v="4182"/>
          <ac:cxnSpMkLst>
            <pc:docMk/>
            <pc:sldMk cId="1079113670" sldId="264"/>
            <ac:cxnSpMk id="130" creationId="{24094E3A-50D3-3959-B321-BB25F45E8936}"/>
          </ac:cxnSpMkLst>
        </pc:cxnChg>
        <pc:cxnChg chg="add mod">
          <ac:chgData name="Caiden Logan Bonney" userId="d2c7f582-b6d3-4603-804b-a62bd6debacb" providerId="ADAL" clId="{515D5F93-BBD7-498A-9752-B7B95BE29ED0}" dt="2025-10-23T10:10:46.923" v="4182"/>
          <ac:cxnSpMkLst>
            <pc:docMk/>
            <pc:sldMk cId="1079113670" sldId="264"/>
            <ac:cxnSpMk id="134" creationId="{7362A590-5F26-8E88-DD2F-01AB1A51255C}"/>
          </ac:cxnSpMkLst>
        </pc:cxnChg>
        <pc:cxnChg chg="add mod">
          <ac:chgData name="Caiden Logan Bonney" userId="d2c7f582-b6d3-4603-804b-a62bd6debacb" providerId="ADAL" clId="{515D5F93-BBD7-498A-9752-B7B95BE29ED0}" dt="2025-10-23T10:10:46.923" v="4182"/>
          <ac:cxnSpMkLst>
            <pc:docMk/>
            <pc:sldMk cId="1079113670" sldId="264"/>
            <ac:cxnSpMk id="135" creationId="{B0A3BB1D-6617-0B04-2673-C08799571129}"/>
          </ac:cxnSpMkLst>
        </pc:cxnChg>
        <pc:cxnChg chg="add mod">
          <ac:chgData name="Caiden Logan Bonney" userId="d2c7f582-b6d3-4603-804b-a62bd6debacb" providerId="ADAL" clId="{515D5F93-BBD7-498A-9752-B7B95BE29ED0}" dt="2025-10-23T10:11:02.431" v="4186" actId="14100"/>
          <ac:cxnSpMkLst>
            <pc:docMk/>
            <pc:sldMk cId="1079113670" sldId="264"/>
            <ac:cxnSpMk id="137" creationId="{B9BF3E10-C50F-18AB-3D7A-DEDEE233EC4E}"/>
          </ac:cxnSpMkLst>
        </pc:cxnChg>
        <pc:cxnChg chg="add mod">
          <ac:chgData name="Caiden Logan Bonney" userId="d2c7f582-b6d3-4603-804b-a62bd6debacb" providerId="ADAL" clId="{515D5F93-BBD7-498A-9752-B7B95BE29ED0}" dt="2025-10-23T10:11:04.382" v="4187" actId="14100"/>
          <ac:cxnSpMkLst>
            <pc:docMk/>
            <pc:sldMk cId="1079113670" sldId="264"/>
            <ac:cxnSpMk id="141" creationId="{05561756-2522-B1FF-FB40-2315AB6ABCD4}"/>
          </ac:cxnSpMkLst>
        </pc:cxnChg>
        <pc:cxnChg chg="add del mod">
          <ac:chgData name="Caiden Logan Bonney" userId="d2c7f582-b6d3-4603-804b-a62bd6debacb" providerId="ADAL" clId="{515D5F93-BBD7-498A-9752-B7B95BE29ED0}" dt="2025-10-23T10:11:15.663" v="4196" actId="478"/>
          <ac:cxnSpMkLst>
            <pc:docMk/>
            <pc:sldMk cId="1079113670" sldId="264"/>
            <ac:cxnSpMk id="142" creationId="{CA7F3321-9A1F-517F-BCCB-B5009C9D50F9}"/>
          </ac:cxnSpMkLst>
        </pc:cxnChg>
        <pc:cxnChg chg="add mod">
          <ac:chgData name="Caiden Logan Bonney" userId="d2c7f582-b6d3-4603-804b-a62bd6debacb" providerId="ADAL" clId="{515D5F93-BBD7-498A-9752-B7B95BE29ED0}" dt="2025-10-23T10:13:21.963" v="4252" actId="14100"/>
          <ac:cxnSpMkLst>
            <pc:docMk/>
            <pc:sldMk cId="1079113670" sldId="264"/>
            <ac:cxnSpMk id="146" creationId="{0671DD73-75AC-B423-AD88-6FED79B8E753}"/>
          </ac:cxnSpMkLst>
        </pc:cxnChg>
        <pc:cxnChg chg="add mod">
          <ac:chgData name="Caiden Logan Bonney" userId="d2c7f582-b6d3-4603-804b-a62bd6debacb" providerId="ADAL" clId="{515D5F93-BBD7-498A-9752-B7B95BE29ED0}" dt="2025-10-23T10:13:23.415" v="4253" actId="14100"/>
          <ac:cxnSpMkLst>
            <pc:docMk/>
            <pc:sldMk cId="1079113670" sldId="264"/>
            <ac:cxnSpMk id="150" creationId="{6DB86E76-260E-6B46-DE48-5C566DF6DB4B}"/>
          </ac:cxnSpMkLst>
        </pc:cxnChg>
        <pc:cxnChg chg="add mod">
          <ac:chgData name="Caiden Logan Bonney" userId="d2c7f582-b6d3-4603-804b-a62bd6debacb" providerId="ADAL" clId="{515D5F93-BBD7-498A-9752-B7B95BE29ED0}" dt="2025-10-23T10:15:57.627" v="4571" actId="14100"/>
          <ac:cxnSpMkLst>
            <pc:docMk/>
            <pc:sldMk cId="1079113670" sldId="264"/>
            <ac:cxnSpMk id="153" creationId="{067BFED7-4F93-A1D6-816D-FEA9402D236B}"/>
          </ac:cxnSpMkLst>
        </pc:cxnChg>
      </pc:sldChg>
      <pc:sldChg chg="add del">
        <pc:chgData name="Caiden Logan Bonney" userId="d2c7f582-b6d3-4603-804b-a62bd6debacb" providerId="ADAL" clId="{515D5F93-BBD7-498A-9752-B7B95BE29ED0}" dt="2025-10-15T02:45:40.338" v="1180" actId="47"/>
        <pc:sldMkLst>
          <pc:docMk/>
          <pc:sldMk cId="2600542533" sldId="264"/>
        </pc:sldMkLst>
      </pc:sldChg>
      <pc:sldChg chg="modSp add mod">
        <pc:chgData name="Caiden Logan Bonney" userId="d2c7f582-b6d3-4603-804b-a62bd6debacb" providerId="ADAL" clId="{515D5F93-BBD7-498A-9752-B7B95BE29ED0}" dt="2025-10-23T10:49:08.315" v="4645" actId="20577"/>
        <pc:sldMkLst>
          <pc:docMk/>
          <pc:sldMk cId="2359402643" sldId="265"/>
        </pc:sldMkLst>
        <pc:spChg chg="mod">
          <ac:chgData name="Caiden Logan Bonney" userId="d2c7f582-b6d3-4603-804b-a62bd6debacb" providerId="ADAL" clId="{515D5F93-BBD7-498A-9752-B7B95BE29ED0}" dt="2025-10-23T10:49:08.315" v="4645" actId="20577"/>
          <ac:spMkLst>
            <pc:docMk/>
            <pc:sldMk cId="2359402643" sldId="265"/>
            <ac:spMk id="79" creationId="{F1F1EFD0-CA03-F7C5-F540-C30A350DD183}"/>
          </ac:spMkLst>
        </pc:spChg>
        <pc:spChg chg="mod">
          <ac:chgData name="Caiden Logan Bonney" userId="d2c7f582-b6d3-4603-804b-a62bd6debacb" providerId="ADAL" clId="{515D5F93-BBD7-498A-9752-B7B95BE29ED0}" dt="2025-10-23T10:48:37.835" v="4624" actId="20577"/>
          <ac:spMkLst>
            <pc:docMk/>
            <pc:sldMk cId="2359402643" sldId="265"/>
            <ac:spMk id="93" creationId="{5B6BD36A-469F-8106-915C-5D1EFC4BC101}"/>
          </ac:spMkLst>
        </pc:spChg>
      </pc:sldChg>
      <pc:sldMasterChg chg="modSp modSldLayout">
        <pc:chgData name="Caiden Logan Bonney" userId="d2c7f582-b6d3-4603-804b-a62bd6debacb" providerId="ADAL" clId="{515D5F93-BBD7-498A-9752-B7B95BE29ED0}" dt="2025-10-15T02:45:09.666" v="1177"/>
        <pc:sldMasterMkLst>
          <pc:docMk/>
          <pc:sldMasterMk cId="2962316117" sldId="2147483648"/>
        </pc:sldMasterMkLst>
        <pc:sldLayoutChg chg="modSp">
          <pc:chgData name="Caiden Logan Bonney" userId="d2c7f582-b6d3-4603-804b-a62bd6debacb" providerId="ADAL" clId="{515D5F93-BBD7-498A-9752-B7B95BE29ED0}" dt="2025-10-15T02:45:09.666" v="1177"/>
          <pc:sldLayoutMkLst>
            <pc:docMk/>
            <pc:sldMasterMk cId="2962316117" sldId="2147483648"/>
            <pc:sldLayoutMk cId="2185970174" sldId="2147483649"/>
          </pc:sldLayoutMkLst>
        </pc:sldLayoutChg>
        <pc:sldLayoutChg chg="modSp">
          <pc:chgData name="Caiden Logan Bonney" userId="d2c7f582-b6d3-4603-804b-a62bd6debacb" providerId="ADAL" clId="{515D5F93-BBD7-498A-9752-B7B95BE29ED0}" dt="2025-10-15T02:45:09.666" v="1177"/>
          <pc:sldLayoutMkLst>
            <pc:docMk/>
            <pc:sldMasterMk cId="2962316117" sldId="2147483648"/>
            <pc:sldLayoutMk cId="3517645" sldId="2147483651"/>
          </pc:sldLayoutMkLst>
        </pc:sldLayoutChg>
        <pc:sldLayoutChg chg="modSp">
          <pc:chgData name="Caiden Logan Bonney" userId="d2c7f582-b6d3-4603-804b-a62bd6debacb" providerId="ADAL" clId="{515D5F93-BBD7-498A-9752-B7B95BE29ED0}" dt="2025-10-15T02:45:09.666" v="1177"/>
          <pc:sldLayoutMkLst>
            <pc:docMk/>
            <pc:sldMasterMk cId="2962316117" sldId="2147483648"/>
            <pc:sldLayoutMk cId="70866949" sldId="2147483652"/>
          </pc:sldLayoutMkLst>
        </pc:sldLayoutChg>
        <pc:sldLayoutChg chg="modSp">
          <pc:chgData name="Caiden Logan Bonney" userId="d2c7f582-b6d3-4603-804b-a62bd6debacb" providerId="ADAL" clId="{515D5F93-BBD7-498A-9752-B7B95BE29ED0}" dt="2025-10-15T02:45:09.666" v="1177"/>
          <pc:sldLayoutMkLst>
            <pc:docMk/>
            <pc:sldMasterMk cId="2962316117" sldId="2147483648"/>
            <pc:sldLayoutMk cId="1069341094" sldId="2147483653"/>
          </pc:sldLayoutMkLst>
        </pc:sldLayoutChg>
        <pc:sldLayoutChg chg="modSp">
          <pc:chgData name="Caiden Logan Bonney" userId="d2c7f582-b6d3-4603-804b-a62bd6debacb" providerId="ADAL" clId="{515D5F93-BBD7-498A-9752-B7B95BE29ED0}" dt="2025-10-15T02:45:09.666" v="1177"/>
          <pc:sldLayoutMkLst>
            <pc:docMk/>
            <pc:sldMasterMk cId="2962316117" sldId="2147483648"/>
            <pc:sldLayoutMk cId="4292281301" sldId="2147483656"/>
          </pc:sldLayoutMkLst>
        </pc:sldLayoutChg>
        <pc:sldLayoutChg chg="modSp">
          <pc:chgData name="Caiden Logan Bonney" userId="d2c7f582-b6d3-4603-804b-a62bd6debacb" providerId="ADAL" clId="{515D5F93-BBD7-498A-9752-B7B95BE29ED0}" dt="2025-10-15T02:45:09.666" v="1177"/>
          <pc:sldLayoutMkLst>
            <pc:docMk/>
            <pc:sldMasterMk cId="2962316117" sldId="2147483648"/>
            <pc:sldLayoutMk cId="283435270" sldId="2147483657"/>
          </pc:sldLayoutMkLst>
        </pc:sldLayoutChg>
        <pc:sldLayoutChg chg="modSp">
          <pc:chgData name="Caiden Logan Bonney" userId="d2c7f582-b6d3-4603-804b-a62bd6debacb" providerId="ADAL" clId="{515D5F93-BBD7-498A-9752-B7B95BE29ED0}" dt="2025-10-15T02:45:09.666" v="1177"/>
          <pc:sldLayoutMkLst>
            <pc:docMk/>
            <pc:sldMasterMk cId="2962316117" sldId="2147483648"/>
            <pc:sldLayoutMk cId="3968956035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70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6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39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03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1"/>
            <a:ext cx="15773400" cy="35348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4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8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87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8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33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8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3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3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7"/>
            <a:ext cx="394335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7"/>
            <a:ext cx="1160145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0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1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50646-5F40-4735-B6A2-857B5536B6D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6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F5DEE46-65E8-254C-2218-6A031D6DC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120747"/>
              </p:ext>
            </p:extLst>
          </p:nvPr>
        </p:nvGraphicFramePr>
        <p:xfrm>
          <a:off x="578073" y="460568"/>
          <a:ext cx="3429000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1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Input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	∞</a:t>
                      </a:r>
                    </a:p>
                    <a:p>
                      <a:pPr>
                        <a:tabLst>
                          <a:tab pos="687388" algn="l"/>
                        </a:tabLst>
                      </a:pPr>
                      <a:endParaRPr lang="en-US" sz="2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Period: 	50 ms</a:t>
                      </a:r>
                    </a:p>
                    <a:p>
                      <a:endParaRPr lang="en-US" sz="2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Monitors for user input to perform actions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BD98F8F-BD55-169C-B76D-3D7D93C22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514600"/>
              </p:ext>
            </p:extLst>
          </p:nvPr>
        </p:nvGraphicFramePr>
        <p:xfrm>
          <a:off x="7215045" y="460570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7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endParaRPr lang="en-US" sz="2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5F62C96-BA97-DCD2-ECCC-689F209E2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627885"/>
              </p:ext>
            </p:extLst>
          </p:nvPr>
        </p:nvGraphicFramePr>
        <p:xfrm>
          <a:off x="7443645" y="689170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Motor Controller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	2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20 ms</a:t>
                      </a:r>
                    </a:p>
                    <a:p>
                      <a:endParaRPr lang="en-US" sz="2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motor speed and updates encoders (will include closed loop motor </a:t>
                      </a:r>
                      <a:r>
                        <a:rPr lang="en-US" sz="21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control</a:t>
                      </a:r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BA882C6-1FC3-8D46-A861-FD5DBC39D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72500"/>
              </p:ext>
            </p:extLst>
          </p:nvPr>
        </p:nvGraphicFramePr>
        <p:xfrm>
          <a:off x="14080617" y="460570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Transfer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	1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20 ms</a:t>
                      </a:r>
                    </a:p>
                    <a:p>
                      <a:endParaRPr lang="en-US" sz="2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Transfers small amounts of data at a time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6048A20-ADCB-004D-8C97-838D912EF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792020"/>
              </p:ext>
            </p:extLst>
          </p:nvPr>
        </p:nvGraphicFramePr>
        <p:xfrm>
          <a:off x="312283" y="7080600"/>
          <a:ext cx="3429000" cy="3297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Garbage Collector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	0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0 ms</a:t>
                      </a:r>
                    </a:p>
                    <a:p>
                      <a:endParaRPr lang="en-US" sz="2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no other tasks are running collect garbage data for defragmentation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7A42F6-DD49-3EFB-7F98-206CF7C7E9EB}"/>
              </a:ext>
            </a:extLst>
          </p:cNvPr>
          <p:cNvCxnSpPr/>
          <p:nvPr/>
        </p:nvCxnSpPr>
        <p:spPr>
          <a:xfrm>
            <a:off x="4192857" y="1956801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73F861E-55D2-55A1-0DCF-75187F1FD0DA}"/>
              </a:ext>
            </a:extLst>
          </p:cNvPr>
          <p:cNvSpPr txBox="1"/>
          <p:nvPr/>
        </p:nvSpPr>
        <p:spPr>
          <a:xfrm>
            <a:off x="4513771" y="1092446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l_flag_s: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4BC7759-E783-3BE9-5763-8CE38D20400E}"/>
              </a:ext>
            </a:extLst>
          </p:cNvPr>
          <p:cNvCxnSpPr/>
          <p:nvPr/>
        </p:nvCxnSpPr>
        <p:spPr>
          <a:xfrm>
            <a:off x="4199412" y="3202995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47EE571-F4A4-B45D-5ADC-CE48AEE97E8A}"/>
              </a:ext>
            </a:extLst>
          </p:cNvPr>
          <p:cNvSpPr txBox="1"/>
          <p:nvPr/>
        </p:nvSpPr>
        <p:spPr>
          <a:xfrm>
            <a:off x="4520328" y="2338640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r_flag_s: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B4CE0BD-8B33-A948-252C-0B72CEC4D3E3}"/>
              </a:ext>
            </a:extLst>
          </p:cNvPr>
          <p:cNvCxnSpPr/>
          <p:nvPr/>
        </p:nvCxnSpPr>
        <p:spPr>
          <a:xfrm>
            <a:off x="4199411" y="4449191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E033E11-9A59-62D2-7904-327CCA4A8D53}"/>
              </a:ext>
            </a:extLst>
          </p:cNvPr>
          <p:cNvSpPr txBox="1"/>
          <p:nvPr/>
        </p:nvSpPr>
        <p:spPr>
          <a:xfrm>
            <a:off x="4520328" y="3584836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l_speed_s: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CCF3F35-21D8-506D-3FF0-6D68518DDA29}"/>
              </a:ext>
            </a:extLst>
          </p:cNvPr>
          <p:cNvCxnSpPr>
            <a:cxnSpLocks/>
          </p:cNvCxnSpPr>
          <p:nvPr/>
        </p:nvCxnSpPr>
        <p:spPr>
          <a:xfrm>
            <a:off x="4199409" y="5704911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9A427DA-75FE-62E1-6F3B-8FA0B6AF9597}"/>
              </a:ext>
            </a:extLst>
          </p:cNvPr>
          <p:cNvSpPr txBox="1"/>
          <p:nvPr/>
        </p:nvSpPr>
        <p:spPr>
          <a:xfrm>
            <a:off x="4513779" y="4831030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 anchor="ctr" anchorCtr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r_speed_s: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2401CDA-5761-657F-1872-570A97A4D9E8}"/>
              </a:ext>
            </a:extLst>
          </p:cNvPr>
          <p:cNvCxnSpPr/>
          <p:nvPr/>
        </p:nvCxnSpPr>
        <p:spPr>
          <a:xfrm>
            <a:off x="11000105" y="1082960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2DA9C21-73E3-D3E9-4813-B0A2BD0A0D7F}"/>
              </a:ext>
            </a:extLst>
          </p:cNvPr>
          <p:cNvSpPr txBox="1"/>
          <p:nvPr/>
        </p:nvSpPr>
        <p:spPr>
          <a:xfrm>
            <a:off x="11321019" y="218605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l_time_q: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[uint32]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CC08E04-E056-6BB4-735F-39F8C6C6507C}"/>
              </a:ext>
            </a:extLst>
          </p:cNvPr>
          <p:cNvCxnSpPr/>
          <p:nvPr/>
        </p:nvCxnSpPr>
        <p:spPr>
          <a:xfrm>
            <a:off x="11000102" y="2215665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413981D-E1D0-CFDB-D827-95CF26D65E4E}"/>
              </a:ext>
            </a:extLst>
          </p:cNvPr>
          <p:cNvSpPr txBox="1"/>
          <p:nvPr/>
        </p:nvSpPr>
        <p:spPr>
          <a:xfrm>
            <a:off x="11321019" y="1351310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l_pos_q: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[int32]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4746BE7-D237-A3AA-1517-4078E2B78654}"/>
              </a:ext>
            </a:extLst>
          </p:cNvPr>
          <p:cNvCxnSpPr/>
          <p:nvPr/>
        </p:nvCxnSpPr>
        <p:spPr>
          <a:xfrm>
            <a:off x="11000102" y="3348372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340C4AE-6F84-9206-A3FB-EC7A3169C06A}"/>
              </a:ext>
            </a:extLst>
          </p:cNvPr>
          <p:cNvSpPr txBox="1"/>
          <p:nvPr/>
        </p:nvSpPr>
        <p:spPr>
          <a:xfrm>
            <a:off x="11321019" y="2484017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l_vel_q: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[int32]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1A2BBC8-0497-7DAE-DBD5-FCBB457AE8E0}"/>
              </a:ext>
            </a:extLst>
          </p:cNvPr>
          <p:cNvCxnSpPr/>
          <p:nvPr/>
        </p:nvCxnSpPr>
        <p:spPr>
          <a:xfrm>
            <a:off x="11000102" y="5468408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A0FA854-DD7E-EB02-6CDB-73F88C627918}"/>
              </a:ext>
            </a:extLst>
          </p:cNvPr>
          <p:cNvSpPr txBox="1"/>
          <p:nvPr/>
        </p:nvSpPr>
        <p:spPr>
          <a:xfrm>
            <a:off x="11321019" y="4604053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r_pos_q: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[int32]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A92C3F2-7446-D174-9D6E-EA84AFC73C34}"/>
              </a:ext>
            </a:extLst>
          </p:cNvPr>
          <p:cNvCxnSpPr/>
          <p:nvPr/>
        </p:nvCxnSpPr>
        <p:spPr>
          <a:xfrm>
            <a:off x="11000102" y="6601115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EAE39E3-4940-9F9B-1128-6158EC6BE6B1}"/>
              </a:ext>
            </a:extLst>
          </p:cNvPr>
          <p:cNvSpPr txBox="1"/>
          <p:nvPr/>
        </p:nvSpPr>
        <p:spPr>
          <a:xfrm>
            <a:off x="11321019" y="5736760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r_vel_q: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[int32]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49F7C37-DC15-083B-0253-C74F339AD181}"/>
              </a:ext>
            </a:extLst>
          </p:cNvPr>
          <p:cNvCxnSpPr/>
          <p:nvPr/>
        </p:nvCxnSpPr>
        <p:spPr>
          <a:xfrm>
            <a:off x="11000105" y="4414370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9DFE378-64B2-79AF-D8C1-BAD09A2C1C44}"/>
              </a:ext>
            </a:extLst>
          </p:cNvPr>
          <p:cNvSpPr txBox="1"/>
          <p:nvPr/>
        </p:nvSpPr>
        <p:spPr>
          <a:xfrm>
            <a:off x="11321019" y="3550015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r_time_q: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[uint32]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3CBA192-AC19-EC91-CD5F-AE282BF63AAA}"/>
              </a:ext>
            </a:extLst>
          </p:cNvPr>
          <p:cNvCxnSpPr>
            <a:cxnSpLocks/>
          </p:cNvCxnSpPr>
          <p:nvPr/>
        </p:nvCxnSpPr>
        <p:spPr>
          <a:xfrm>
            <a:off x="4085109" y="6745566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E26F76A-AD1F-4F7F-6DCC-9B0FE2573C9D}"/>
              </a:ext>
            </a:extLst>
          </p:cNvPr>
          <p:cNvSpPr txBox="1"/>
          <p:nvPr/>
        </p:nvSpPr>
        <p:spPr>
          <a:xfrm>
            <a:off x="4399479" y="5871685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 anchor="ctr" anchorCtr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data_transfer_s: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7D127B-7F59-08E9-F47D-C273F3E79E08}"/>
              </a:ext>
            </a:extLst>
          </p:cNvPr>
          <p:cNvCxnSpPr>
            <a:cxnSpLocks/>
          </p:cNvCxnSpPr>
          <p:nvPr/>
        </p:nvCxnSpPr>
        <p:spPr>
          <a:xfrm>
            <a:off x="6413879" y="6745566"/>
            <a:ext cx="0" cy="33503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92F6BFE-3CCA-EC19-7E3E-E16B99F8EBDB}"/>
              </a:ext>
            </a:extLst>
          </p:cNvPr>
          <p:cNvCxnSpPr>
            <a:cxnSpLocks/>
          </p:cNvCxnSpPr>
          <p:nvPr/>
        </p:nvCxnSpPr>
        <p:spPr>
          <a:xfrm flipH="1">
            <a:off x="6413879" y="7080600"/>
            <a:ext cx="804678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2A9A1B2-F093-F076-5E93-7CFE06AEF62B}"/>
              </a:ext>
            </a:extLst>
          </p:cNvPr>
          <p:cNvCxnSpPr>
            <a:cxnSpLocks/>
          </p:cNvCxnSpPr>
          <p:nvPr/>
        </p:nvCxnSpPr>
        <p:spPr>
          <a:xfrm flipV="1">
            <a:off x="14460661" y="6540885"/>
            <a:ext cx="0" cy="53971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3A0FA8-A5BF-3887-D2E7-716548395B66}"/>
              </a:ext>
            </a:extLst>
          </p:cNvPr>
          <p:cNvSpPr txBox="1"/>
          <p:nvPr/>
        </p:nvSpPr>
        <p:spPr>
          <a:xfrm>
            <a:off x="8046720" y="7726859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test_complete_s: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9DDC5FB-D62F-31E2-B58A-9D0C887D1FEC}"/>
              </a:ext>
            </a:extLst>
          </p:cNvPr>
          <p:cNvCxnSpPr>
            <a:cxnSpLocks/>
          </p:cNvCxnSpPr>
          <p:nvPr/>
        </p:nvCxnSpPr>
        <p:spPr>
          <a:xfrm flipH="1">
            <a:off x="3923373" y="7629467"/>
            <a:ext cx="1106421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D269738-75E8-FCFA-F23A-16EA0B675334}"/>
              </a:ext>
            </a:extLst>
          </p:cNvPr>
          <p:cNvCxnSpPr>
            <a:cxnSpLocks/>
          </p:cNvCxnSpPr>
          <p:nvPr/>
        </p:nvCxnSpPr>
        <p:spPr>
          <a:xfrm flipV="1">
            <a:off x="14987588" y="6601115"/>
            <a:ext cx="0" cy="104855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DD256A-4892-2751-F9C6-6822335D1C2A}"/>
              </a:ext>
            </a:extLst>
          </p:cNvPr>
          <p:cNvCxnSpPr>
            <a:cxnSpLocks/>
          </p:cNvCxnSpPr>
          <p:nvPr/>
        </p:nvCxnSpPr>
        <p:spPr>
          <a:xfrm>
            <a:off x="3923373" y="6734341"/>
            <a:ext cx="0" cy="904105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FB01EDF-6251-F157-F77C-7071F65FC4CF}"/>
              </a:ext>
            </a:extLst>
          </p:cNvPr>
          <p:cNvCxnSpPr>
            <a:cxnSpLocks/>
          </p:cNvCxnSpPr>
          <p:nvPr/>
        </p:nvCxnSpPr>
        <p:spPr>
          <a:xfrm flipV="1">
            <a:off x="8633051" y="6772151"/>
            <a:ext cx="0" cy="85731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269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976AF-64BC-C030-01A6-FE7AFF40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roup 282">
            <a:extLst>
              <a:ext uri="{FF2B5EF4-FFF2-40B4-BE49-F238E27FC236}">
                <a16:creationId xmlns:a16="http://schemas.microsoft.com/office/drawing/2014/main" id="{E760B992-FFFF-4EFE-AC1E-6CAA66AE2336}"/>
              </a:ext>
            </a:extLst>
          </p:cNvPr>
          <p:cNvGrpSpPr/>
          <p:nvPr/>
        </p:nvGrpSpPr>
        <p:grpSpPr>
          <a:xfrm>
            <a:off x="3234283" y="3177198"/>
            <a:ext cx="11819434" cy="11933603"/>
            <a:chOff x="3492245" y="4217685"/>
            <a:chExt cx="11819434" cy="11933603"/>
          </a:xfrm>
        </p:grpSpPr>
        <p:sp>
          <p:nvSpPr>
            <p:cNvPr id="4" name="Flowchart: Preparation 3">
              <a:extLst>
                <a:ext uri="{FF2B5EF4-FFF2-40B4-BE49-F238E27FC236}">
                  <a16:creationId xmlns:a16="http://schemas.microsoft.com/office/drawing/2014/main" id="{0ED3A2FC-872F-3E01-968F-7B0111AF92CA}"/>
                </a:ext>
              </a:extLst>
            </p:cNvPr>
            <p:cNvSpPr/>
            <p:nvPr/>
          </p:nvSpPr>
          <p:spPr>
            <a:xfrm>
              <a:off x="8283646" y="4217685"/>
              <a:ext cx="1984074" cy="879894"/>
            </a:xfrm>
            <a:prstGeom prst="flowChartPrepa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User Input Task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950B3FE-BEDC-3B9B-809E-71E66D8CDBD0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>
              <a:off x="9275683" y="5097579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1592E18C-A1C8-B7EE-E647-5D048BF1A77C}"/>
                </a:ext>
              </a:extLst>
            </p:cNvPr>
            <p:cNvSpPr/>
            <p:nvPr/>
          </p:nvSpPr>
          <p:spPr>
            <a:xfrm>
              <a:off x="8283645" y="5725060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Check for Inputs from UART</a:t>
              </a:r>
            </a:p>
          </p:txBody>
        </p:sp>
        <p:sp>
          <p:nvSpPr>
            <p:cNvPr id="25" name="Flowchart: Process 24">
              <a:extLst>
                <a:ext uri="{FF2B5EF4-FFF2-40B4-BE49-F238E27FC236}">
                  <a16:creationId xmlns:a16="http://schemas.microsoft.com/office/drawing/2014/main" id="{3E7E5611-0957-CCB1-90A8-0F797806D404}"/>
                </a:ext>
              </a:extLst>
            </p:cNvPr>
            <p:cNvSpPr/>
            <p:nvPr/>
          </p:nvSpPr>
          <p:spPr>
            <a:xfrm>
              <a:off x="8283645" y="723243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Pop </a:t>
              </a:r>
              <a:r>
                <a:rPr lang="en-US" err="1"/>
                <a:t>Cmd</a:t>
              </a:r>
              <a:r>
                <a:rPr lang="en-US"/>
                <a:t> from Queue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E6E3E61-C5C4-3F5B-3387-D0D77DBDB981}"/>
                </a:ext>
              </a:extLst>
            </p:cNvPr>
            <p:cNvCxnSpPr>
              <a:cxnSpLocks/>
              <a:stCxn id="9" idx="2"/>
              <a:endCxn id="25" idx="0"/>
            </p:cNvCxnSpPr>
            <p:nvPr/>
          </p:nvCxnSpPr>
          <p:spPr>
            <a:xfrm>
              <a:off x="9275683" y="6604954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F35E0CB-F5BF-B3DD-90F1-1897FCF45435}"/>
                </a:ext>
              </a:extLst>
            </p:cNvPr>
            <p:cNvSpPr txBox="1">
              <a:spLocks/>
            </p:cNvSpPr>
            <p:nvPr/>
          </p:nvSpPr>
          <p:spPr>
            <a:xfrm>
              <a:off x="10607224" y="6604954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E88037-4FA9-F494-505B-9C5714DC62DA}"/>
                </a:ext>
              </a:extLst>
            </p:cNvPr>
            <p:cNvSpPr txBox="1">
              <a:spLocks/>
            </p:cNvSpPr>
            <p:nvPr/>
          </p:nvSpPr>
          <p:spPr>
            <a:xfrm>
              <a:off x="8960630" y="6675569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29" name="Flowchart: Process 28">
              <a:extLst>
                <a:ext uri="{FF2B5EF4-FFF2-40B4-BE49-F238E27FC236}">
                  <a16:creationId xmlns:a16="http://schemas.microsoft.com/office/drawing/2014/main" id="{46AF9770-8350-4A86-6232-ACBDCDFC9B8A}"/>
                </a:ext>
              </a:extLst>
            </p:cNvPr>
            <p:cNvSpPr/>
            <p:nvPr/>
          </p:nvSpPr>
          <p:spPr>
            <a:xfrm>
              <a:off x="10924298" y="723243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Add Input to </a:t>
              </a:r>
              <a:r>
                <a:rPr lang="en-US" err="1"/>
                <a:t>Cmd</a:t>
              </a:r>
              <a:r>
                <a:rPr lang="en-US"/>
                <a:t> Queue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1C9E1DC-98AF-4B38-E123-C87B932F2761}"/>
                </a:ext>
              </a:extLst>
            </p:cNvPr>
            <p:cNvCxnSpPr>
              <a:cxnSpLocks/>
              <a:stCxn id="9" idx="2"/>
              <a:endCxn id="29" idx="0"/>
            </p:cNvCxnSpPr>
            <p:nvPr/>
          </p:nvCxnSpPr>
          <p:spPr>
            <a:xfrm>
              <a:off x="9275683" y="6604954"/>
              <a:ext cx="2640653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75B5D733-E83E-B0E7-A7CD-CDC4D3058610}"/>
                </a:ext>
              </a:extLst>
            </p:cNvPr>
            <p:cNvCxnSpPr>
              <a:cxnSpLocks/>
              <a:stCxn id="29" idx="3"/>
              <a:endCxn id="9" idx="3"/>
            </p:cNvCxnSpPr>
            <p:nvPr/>
          </p:nvCxnSpPr>
          <p:spPr>
            <a:xfrm flipH="1" flipV="1">
              <a:off x="10267721" y="6165007"/>
              <a:ext cx="2640653" cy="1507375"/>
            </a:xfrm>
            <a:prstGeom prst="bentConnector3">
              <a:avLst>
                <a:gd name="adj1" fmla="val -8657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832DF972-888F-FF9B-2341-6FFE2688F4CA}"/>
                </a:ext>
              </a:extLst>
            </p:cNvPr>
            <p:cNvCxnSpPr>
              <a:cxnSpLocks/>
              <a:stCxn id="25" idx="2"/>
              <a:endCxn id="58" idx="0"/>
            </p:cNvCxnSpPr>
            <p:nvPr/>
          </p:nvCxnSpPr>
          <p:spPr>
            <a:xfrm rot="5400000">
              <a:off x="7051155" y="6781981"/>
              <a:ext cx="894181" cy="3554876"/>
            </a:xfrm>
            <a:prstGeom prst="bentConnector3">
              <a:avLst>
                <a:gd name="adj1" fmla="val 34022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Flowchart: Process 57">
              <a:extLst>
                <a:ext uri="{FF2B5EF4-FFF2-40B4-BE49-F238E27FC236}">
                  <a16:creationId xmlns:a16="http://schemas.microsoft.com/office/drawing/2014/main" id="{05A0CD1B-29DB-B51E-C31B-0F1BC9DEF041}"/>
                </a:ext>
              </a:extLst>
            </p:cNvPr>
            <p:cNvSpPr/>
            <p:nvPr/>
          </p:nvSpPr>
          <p:spPr>
            <a:xfrm>
              <a:off x="4728769" y="9006510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Move Forward</a:t>
              </a:r>
            </a:p>
            <a:p>
              <a:pPr algn="ctr"/>
              <a:r>
                <a:rPr lang="en-US" sz="1400"/>
                <a:t>(Both Motors Forward) *</a:t>
              </a:r>
              <a:endParaRPr lang="en-US"/>
            </a:p>
          </p:txBody>
        </p:sp>
        <p:sp>
          <p:nvSpPr>
            <p:cNvPr id="63" name="Flowchart: Process 62">
              <a:extLst>
                <a:ext uri="{FF2B5EF4-FFF2-40B4-BE49-F238E27FC236}">
                  <a16:creationId xmlns:a16="http://schemas.microsoft.com/office/drawing/2014/main" id="{917C149D-6F82-52E5-FB06-B71D9A2E2994}"/>
                </a:ext>
              </a:extLst>
            </p:cNvPr>
            <p:cNvSpPr/>
            <p:nvPr/>
          </p:nvSpPr>
          <p:spPr>
            <a:xfrm>
              <a:off x="7123877" y="9006510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Turn Left</a:t>
              </a:r>
            </a:p>
            <a:p>
              <a:pPr algn="ctr"/>
              <a:r>
                <a:rPr lang="en-US" sz="1400"/>
                <a:t>(Right Motor Only) </a:t>
              </a:r>
            </a:p>
            <a:p>
              <a:pPr algn="ctr"/>
              <a:r>
                <a:rPr lang="en-US" sz="1400"/>
                <a:t>*</a:t>
              </a:r>
            </a:p>
          </p:txBody>
        </p: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86A17373-159B-3A10-47EF-39C982F852CB}"/>
                </a:ext>
              </a:extLst>
            </p:cNvPr>
            <p:cNvCxnSpPr>
              <a:cxnSpLocks/>
              <a:stCxn id="25" idx="2"/>
              <a:endCxn id="63" idx="0"/>
            </p:cNvCxnSpPr>
            <p:nvPr/>
          </p:nvCxnSpPr>
          <p:spPr>
            <a:xfrm rot="5400000">
              <a:off x="8248709" y="7979535"/>
              <a:ext cx="894181" cy="1159768"/>
            </a:xfrm>
            <a:prstGeom prst="bentConnector3">
              <a:avLst>
                <a:gd name="adj1" fmla="val 34022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Flowchart: Process 71">
              <a:extLst>
                <a:ext uri="{FF2B5EF4-FFF2-40B4-BE49-F238E27FC236}">
                  <a16:creationId xmlns:a16="http://schemas.microsoft.com/office/drawing/2014/main" id="{1DFE1816-D3E8-7F3A-8B29-22EC6CCC8A93}"/>
                </a:ext>
              </a:extLst>
            </p:cNvPr>
            <p:cNvSpPr/>
            <p:nvPr/>
          </p:nvSpPr>
          <p:spPr>
            <a:xfrm>
              <a:off x="9518985" y="9006510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Turn Right</a:t>
              </a:r>
            </a:p>
            <a:p>
              <a:pPr algn="ctr"/>
              <a:r>
                <a:rPr lang="en-US" sz="1400"/>
                <a:t>(Left Motor Only) </a:t>
              </a:r>
            </a:p>
            <a:p>
              <a:pPr algn="ctr"/>
              <a:r>
                <a:rPr lang="en-US" sz="1400"/>
                <a:t>*</a:t>
              </a:r>
            </a:p>
          </p:txBody>
        </p:sp>
        <p:cxnSp>
          <p:nvCxnSpPr>
            <p:cNvPr id="74" name="Connector: Elbow 73">
              <a:extLst>
                <a:ext uri="{FF2B5EF4-FFF2-40B4-BE49-F238E27FC236}">
                  <a16:creationId xmlns:a16="http://schemas.microsoft.com/office/drawing/2014/main" id="{57974271-BF38-CFDF-1655-9BE15F6F68B9}"/>
                </a:ext>
              </a:extLst>
            </p:cNvPr>
            <p:cNvCxnSpPr>
              <a:cxnSpLocks/>
              <a:stCxn id="25" idx="2"/>
              <a:endCxn id="72" idx="0"/>
            </p:cNvCxnSpPr>
            <p:nvPr/>
          </p:nvCxnSpPr>
          <p:spPr>
            <a:xfrm rot="16200000" flipH="1">
              <a:off x="9446263" y="7941749"/>
              <a:ext cx="894181" cy="1235340"/>
            </a:xfrm>
            <a:prstGeom prst="bentConnector3">
              <a:avLst>
                <a:gd name="adj1" fmla="val 33755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Flowchart: Process 79">
              <a:extLst>
                <a:ext uri="{FF2B5EF4-FFF2-40B4-BE49-F238E27FC236}">
                  <a16:creationId xmlns:a16="http://schemas.microsoft.com/office/drawing/2014/main" id="{52302084-97D3-2354-0F1E-6472A6E9D466}"/>
                </a:ext>
              </a:extLst>
            </p:cNvPr>
            <p:cNvSpPr/>
            <p:nvPr/>
          </p:nvSpPr>
          <p:spPr>
            <a:xfrm>
              <a:off x="11914093" y="9006510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Reverse</a:t>
              </a:r>
            </a:p>
            <a:p>
              <a:pPr algn="ctr"/>
              <a:r>
                <a:rPr lang="en-US" sz="1400"/>
                <a:t>(Both Motors Reverse)</a:t>
              </a:r>
            </a:p>
            <a:p>
              <a:pPr algn="ctr"/>
              <a:r>
                <a:rPr lang="en-US" sz="1400"/>
                <a:t>*</a:t>
              </a:r>
              <a:endParaRPr lang="en-US"/>
            </a:p>
          </p:txBody>
        </p: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9A413615-6D0E-F040-2736-AB824025A19E}"/>
                </a:ext>
              </a:extLst>
            </p:cNvPr>
            <p:cNvCxnSpPr>
              <a:cxnSpLocks/>
              <a:stCxn id="25" idx="2"/>
              <a:endCxn id="80" idx="0"/>
            </p:cNvCxnSpPr>
            <p:nvPr/>
          </p:nvCxnSpPr>
          <p:spPr>
            <a:xfrm rot="16200000" flipH="1">
              <a:off x="10643817" y="6744195"/>
              <a:ext cx="894181" cy="3630448"/>
            </a:xfrm>
            <a:prstGeom prst="bentConnector3">
              <a:avLst>
                <a:gd name="adj1" fmla="val 34022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2A59688-69AD-9296-D47C-CCB5C7DBAEBC}"/>
                </a:ext>
              </a:extLst>
            </p:cNvPr>
            <p:cNvSpPr txBox="1">
              <a:spLocks/>
            </p:cNvSpPr>
            <p:nvPr/>
          </p:nvSpPr>
          <p:spPr>
            <a:xfrm>
              <a:off x="5718565" y="8479178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W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2283575-1F44-E7F5-E3B3-EEB1D5198144}"/>
                </a:ext>
              </a:extLst>
            </p:cNvPr>
            <p:cNvSpPr txBox="1">
              <a:spLocks/>
            </p:cNvSpPr>
            <p:nvPr/>
          </p:nvSpPr>
          <p:spPr>
            <a:xfrm>
              <a:off x="8113673" y="8484048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D02C962-102C-237B-D716-0286A1DFA064}"/>
                </a:ext>
              </a:extLst>
            </p:cNvPr>
            <p:cNvSpPr txBox="1">
              <a:spLocks/>
            </p:cNvSpPr>
            <p:nvPr/>
          </p:nvSpPr>
          <p:spPr>
            <a:xfrm>
              <a:off x="10520217" y="8479178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S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CA89914-5432-50C7-4EAB-073941FBF7D7}"/>
                </a:ext>
              </a:extLst>
            </p:cNvPr>
            <p:cNvSpPr txBox="1">
              <a:spLocks/>
            </p:cNvSpPr>
            <p:nvPr/>
          </p:nvSpPr>
          <p:spPr>
            <a:xfrm>
              <a:off x="12906131" y="8479178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117" name="Flowchart: Process 116">
              <a:extLst>
                <a:ext uri="{FF2B5EF4-FFF2-40B4-BE49-F238E27FC236}">
                  <a16:creationId xmlns:a16="http://schemas.microsoft.com/office/drawing/2014/main" id="{52D040AF-7A41-F6E0-B96B-284BF89AB5B2}"/>
                </a:ext>
              </a:extLst>
            </p:cNvPr>
            <p:cNvSpPr/>
            <p:nvPr/>
          </p:nvSpPr>
          <p:spPr>
            <a:xfrm>
              <a:off x="7123877" y="1078058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/>
                <a:t>Move Forward </a:t>
              </a:r>
            </a:p>
            <a:p>
              <a:pPr algn="ctr"/>
              <a:r>
                <a:rPr lang="en-US"/>
                <a:t>Full Speed </a:t>
              </a:r>
            </a:p>
            <a:p>
              <a:pPr algn="ctr"/>
              <a:r>
                <a:rPr lang="en-US"/>
                <a:t>*</a:t>
              </a:r>
              <a:endParaRPr lang="en-US" sz="1600"/>
            </a:p>
          </p:txBody>
        </p:sp>
        <p:cxnSp>
          <p:nvCxnSpPr>
            <p:cNvPr id="118" name="Connector: Elbow 117">
              <a:extLst>
                <a:ext uri="{FF2B5EF4-FFF2-40B4-BE49-F238E27FC236}">
                  <a16:creationId xmlns:a16="http://schemas.microsoft.com/office/drawing/2014/main" id="{2969A971-B7A5-588A-55CB-4B4AFE2A29D2}"/>
                </a:ext>
              </a:extLst>
            </p:cNvPr>
            <p:cNvCxnSpPr>
              <a:cxnSpLocks/>
              <a:stCxn id="25" idx="2"/>
              <a:endCxn id="117" idx="0"/>
            </p:cNvCxnSpPr>
            <p:nvPr/>
          </p:nvCxnSpPr>
          <p:spPr>
            <a:xfrm rot="5400000">
              <a:off x="7361671" y="8866573"/>
              <a:ext cx="2668256" cy="1159768"/>
            </a:xfrm>
            <a:prstGeom prst="bentConnector3">
              <a:avLst>
                <a:gd name="adj1" fmla="val 76059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9" name="Flowchart: Process 118">
              <a:extLst>
                <a:ext uri="{FF2B5EF4-FFF2-40B4-BE49-F238E27FC236}">
                  <a16:creationId xmlns:a16="http://schemas.microsoft.com/office/drawing/2014/main" id="{F6104AF9-81D9-7881-89E4-E9560560ECD8}"/>
                </a:ext>
              </a:extLst>
            </p:cNvPr>
            <p:cNvSpPr/>
            <p:nvPr/>
          </p:nvSpPr>
          <p:spPr>
            <a:xfrm>
              <a:off x="9518985" y="1078058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1600"/>
                <a:t>Stop Motors, Data Transfer = False, Test Complete = True</a:t>
              </a:r>
            </a:p>
          </p:txBody>
        </p:sp>
        <p:cxnSp>
          <p:nvCxnSpPr>
            <p:cNvPr id="120" name="Connector: Elbow 119">
              <a:extLst>
                <a:ext uri="{FF2B5EF4-FFF2-40B4-BE49-F238E27FC236}">
                  <a16:creationId xmlns:a16="http://schemas.microsoft.com/office/drawing/2014/main" id="{1A8146AF-9AA7-300B-7C3A-347D77083FE2}"/>
                </a:ext>
              </a:extLst>
            </p:cNvPr>
            <p:cNvCxnSpPr>
              <a:cxnSpLocks/>
              <a:stCxn id="25" idx="2"/>
              <a:endCxn id="119" idx="0"/>
            </p:cNvCxnSpPr>
            <p:nvPr/>
          </p:nvCxnSpPr>
          <p:spPr>
            <a:xfrm rot="16200000" flipH="1">
              <a:off x="8559225" y="8828787"/>
              <a:ext cx="2668256" cy="1235340"/>
            </a:xfrm>
            <a:prstGeom prst="bentConnector3">
              <a:avLst>
                <a:gd name="adj1" fmla="val 76059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0A37590-55FA-1860-7C9F-CB61B297FAC1}"/>
                </a:ext>
              </a:extLst>
            </p:cNvPr>
            <p:cNvSpPr txBox="1">
              <a:spLocks/>
            </p:cNvSpPr>
            <p:nvPr/>
          </p:nvSpPr>
          <p:spPr>
            <a:xfrm>
              <a:off x="8149720" y="10360755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G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AB39E7F-03B7-1E50-115C-CF9B8F41B1F8}"/>
                </a:ext>
              </a:extLst>
            </p:cNvPr>
            <p:cNvSpPr txBox="1">
              <a:spLocks/>
            </p:cNvSpPr>
            <p:nvPr/>
          </p:nvSpPr>
          <p:spPr>
            <a:xfrm>
              <a:off x="10556264" y="10355885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C</a:t>
              </a:r>
            </a:p>
          </p:txBody>
        </p:sp>
        <p:cxnSp>
          <p:nvCxnSpPr>
            <p:cNvPr id="148" name="Connector: Elbow 147">
              <a:extLst>
                <a:ext uri="{FF2B5EF4-FFF2-40B4-BE49-F238E27FC236}">
                  <a16:creationId xmlns:a16="http://schemas.microsoft.com/office/drawing/2014/main" id="{DAE190F5-B26C-2F15-A2F1-198FDC629115}"/>
                </a:ext>
              </a:extLst>
            </p:cNvPr>
            <p:cNvCxnSpPr>
              <a:cxnSpLocks/>
              <a:stCxn id="25" idx="2"/>
              <a:endCxn id="149" idx="0"/>
            </p:cNvCxnSpPr>
            <p:nvPr/>
          </p:nvCxnSpPr>
          <p:spPr>
            <a:xfrm rot="5400000">
              <a:off x="4700129" y="7896483"/>
              <a:ext cx="4359708" cy="4791400"/>
            </a:xfrm>
            <a:prstGeom prst="bentConnector3">
              <a:avLst>
                <a:gd name="adj1" fmla="val 8583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Connector: Elbow 150">
              <a:extLst>
                <a:ext uri="{FF2B5EF4-FFF2-40B4-BE49-F238E27FC236}">
                  <a16:creationId xmlns:a16="http://schemas.microsoft.com/office/drawing/2014/main" id="{CB1B37B9-7CCF-A9C7-2E1E-C4CD2F59F2B8}"/>
                </a:ext>
              </a:extLst>
            </p:cNvPr>
            <p:cNvCxnSpPr>
              <a:cxnSpLocks/>
              <a:stCxn id="25" idx="2"/>
              <a:endCxn id="150" idx="0"/>
            </p:cNvCxnSpPr>
            <p:nvPr/>
          </p:nvCxnSpPr>
          <p:spPr>
            <a:xfrm rot="5400000">
              <a:off x="5897683" y="9094037"/>
              <a:ext cx="4359708" cy="2396292"/>
            </a:xfrm>
            <a:prstGeom prst="bentConnector3">
              <a:avLst>
                <a:gd name="adj1" fmla="val 85612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Connector: Elbow 152">
              <a:extLst>
                <a:ext uri="{FF2B5EF4-FFF2-40B4-BE49-F238E27FC236}">
                  <a16:creationId xmlns:a16="http://schemas.microsoft.com/office/drawing/2014/main" id="{D1BB057A-6CB2-7D54-450D-84A505AF2265}"/>
                </a:ext>
              </a:extLst>
            </p:cNvPr>
            <p:cNvCxnSpPr>
              <a:cxnSpLocks/>
              <a:stCxn id="25" idx="2"/>
              <a:endCxn id="152" idx="0"/>
            </p:cNvCxnSpPr>
            <p:nvPr/>
          </p:nvCxnSpPr>
          <p:spPr>
            <a:xfrm rot="16200000" flipH="1">
              <a:off x="8295035" y="9092977"/>
              <a:ext cx="4357589" cy="2396292"/>
            </a:xfrm>
            <a:prstGeom prst="bentConnector3">
              <a:avLst>
                <a:gd name="adj1" fmla="val 85629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Connector: Elbow 154">
              <a:extLst>
                <a:ext uri="{FF2B5EF4-FFF2-40B4-BE49-F238E27FC236}">
                  <a16:creationId xmlns:a16="http://schemas.microsoft.com/office/drawing/2014/main" id="{5AB3419B-9504-1D8C-C05C-ABE593F33027}"/>
                </a:ext>
              </a:extLst>
            </p:cNvPr>
            <p:cNvCxnSpPr>
              <a:cxnSpLocks/>
              <a:stCxn id="25" idx="2"/>
              <a:endCxn id="154" idx="0"/>
            </p:cNvCxnSpPr>
            <p:nvPr/>
          </p:nvCxnSpPr>
          <p:spPr>
            <a:xfrm rot="16200000" flipH="1">
              <a:off x="9492589" y="7895423"/>
              <a:ext cx="4357589" cy="4791400"/>
            </a:xfrm>
            <a:prstGeom prst="bentConnector3">
              <a:avLst>
                <a:gd name="adj1" fmla="val 85848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5CA1A2DE-4875-7EC9-B841-CCEB0F567AD1}"/>
                </a:ext>
              </a:extLst>
            </p:cNvPr>
            <p:cNvSpPr txBox="1">
              <a:spLocks/>
            </p:cNvSpPr>
            <p:nvPr/>
          </p:nvSpPr>
          <p:spPr>
            <a:xfrm>
              <a:off x="4483099" y="11841503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B8973E92-C7D2-FBEA-FAE1-03083155EF46}"/>
                </a:ext>
              </a:extLst>
            </p:cNvPr>
            <p:cNvSpPr txBox="1">
              <a:spLocks/>
            </p:cNvSpPr>
            <p:nvPr/>
          </p:nvSpPr>
          <p:spPr>
            <a:xfrm>
              <a:off x="6878207" y="11841503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2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B8067C2F-EB1B-1D5C-30FD-BF9EF17A0589}"/>
                </a:ext>
              </a:extLst>
            </p:cNvPr>
            <p:cNvSpPr txBox="1">
              <a:spLocks/>
            </p:cNvSpPr>
            <p:nvPr/>
          </p:nvSpPr>
          <p:spPr>
            <a:xfrm>
              <a:off x="9295499" y="11841503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EF1DDBCF-D25C-594A-2BB2-FD0223D5024E}"/>
                </a:ext>
              </a:extLst>
            </p:cNvPr>
            <p:cNvSpPr txBox="1">
              <a:spLocks/>
            </p:cNvSpPr>
            <p:nvPr/>
          </p:nvSpPr>
          <p:spPr>
            <a:xfrm>
              <a:off x="14086900" y="11841503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149" name="Flowchart: Process 148">
              <a:extLst>
                <a:ext uri="{FF2B5EF4-FFF2-40B4-BE49-F238E27FC236}">
                  <a16:creationId xmlns:a16="http://schemas.microsoft.com/office/drawing/2014/main" id="{A72F5205-4DF8-C464-E886-BF847570FFDF}"/>
                </a:ext>
              </a:extLst>
            </p:cNvPr>
            <p:cNvSpPr/>
            <p:nvPr/>
          </p:nvSpPr>
          <p:spPr>
            <a:xfrm>
              <a:off x="3492245" y="1247203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r>
                <a:rPr lang="en-US" sz="2000"/>
                <a:t>Forward 10% Effort</a:t>
              </a:r>
            </a:p>
            <a:p>
              <a:pPr algn="ctr"/>
              <a:r>
                <a:rPr lang="en-US" sz="1600"/>
                <a:t>(Both Motors)</a:t>
              </a:r>
            </a:p>
            <a:p>
              <a:pPr algn="ctr"/>
              <a:r>
                <a:rPr lang="en-US" sz="1600"/>
                <a:t>*</a:t>
              </a:r>
              <a:endParaRPr lang="en-US" sz="2000"/>
            </a:p>
          </p:txBody>
        </p:sp>
        <p:sp>
          <p:nvSpPr>
            <p:cNvPr id="150" name="Flowchart: Process 149">
              <a:extLst>
                <a:ext uri="{FF2B5EF4-FFF2-40B4-BE49-F238E27FC236}">
                  <a16:creationId xmlns:a16="http://schemas.microsoft.com/office/drawing/2014/main" id="{9505A4AB-86EC-47A6-7410-D1173F332960}"/>
                </a:ext>
              </a:extLst>
            </p:cNvPr>
            <p:cNvSpPr/>
            <p:nvPr/>
          </p:nvSpPr>
          <p:spPr>
            <a:xfrm>
              <a:off x="5887353" y="1247203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92500"/>
            </a:bodyPr>
            <a:lstStyle/>
            <a:p>
              <a:pPr algn="ctr"/>
              <a:r>
                <a:rPr lang="en-US"/>
                <a:t>Forward 20% Effort</a:t>
              </a:r>
            </a:p>
            <a:p>
              <a:pPr algn="ctr"/>
              <a:r>
                <a:rPr lang="en-US" sz="1400"/>
                <a:t>(Both Motors)</a:t>
              </a:r>
            </a:p>
            <a:p>
              <a:pPr algn="ctr"/>
              <a:r>
                <a:rPr lang="en-US" sz="1400"/>
                <a:t>*</a:t>
              </a:r>
              <a:endParaRPr lang="en-US"/>
            </a:p>
          </p:txBody>
        </p:sp>
        <p:sp>
          <p:nvSpPr>
            <p:cNvPr id="152" name="Flowchart: Process 151">
              <a:extLst>
                <a:ext uri="{FF2B5EF4-FFF2-40B4-BE49-F238E27FC236}">
                  <a16:creationId xmlns:a16="http://schemas.microsoft.com/office/drawing/2014/main" id="{7AD2C304-B8B1-0072-F36E-DD8FE61BF6C3}"/>
                </a:ext>
              </a:extLst>
            </p:cNvPr>
            <p:cNvSpPr/>
            <p:nvPr/>
          </p:nvSpPr>
          <p:spPr>
            <a:xfrm>
              <a:off x="10679937" y="12469918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92500"/>
            </a:bodyPr>
            <a:lstStyle/>
            <a:p>
              <a:pPr algn="ctr"/>
              <a:r>
                <a:rPr lang="en-US"/>
                <a:t>Forward 40% Effort</a:t>
              </a:r>
            </a:p>
            <a:p>
              <a:pPr algn="ctr"/>
              <a:r>
                <a:rPr lang="en-US" sz="1400"/>
                <a:t>(Both Motors)</a:t>
              </a:r>
            </a:p>
            <a:p>
              <a:pPr algn="ctr"/>
              <a:r>
                <a:rPr lang="en-US" sz="1400"/>
                <a:t>*</a:t>
              </a:r>
              <a:endParaRPr lang="en-US"/>
            </a:p>
          </p:txBody>
        </p:sp>
        <p:sp>
          <p:nvSpPr>
            <p:cNvPr id="154" name="Flowchart: Process 153">
              <a:extLst>
                <a:ext uri="{FF2B5EF4-FFF2-40B4-BE49-F238E27FC236}">
                  <a16:creationId xmlns:a16="http://schemas.microsoft.com/office/drawing/2014/main" id="{D24CF7E4-8E99-5DF0-FF93-3D568796417B}"/>
                </a:ext>
              </a:extLst>
            </p:cNvPr>
            <p:cNvSpPr/>
            <p:nvPr/>
          </p:nvSpPr>
          <p:spPr>
            <a:xfrm>
              <a:off x="13075045" y="12469918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92500"/>
            </a:bodyPr>
            <a:lstStyle/>
            <a:p>
              <a:pPr algn="ctr"/>
              <a:r>
                <a:rPr lang="en-US"/>
                <a:t>Forward 50% Effort</a:t>
              </a:r>
            </a:p>
            <a:p>
              <a:pPr algn="ctr"/>
              <a:r>
                <a:rPr lang="en-US" sz="1400"/>
                <a:t>(Both Motors)</a:t>
              </a:r>
            </a:p>
            <a:p>
              <a:pPr algn="ctr"/>
              <a:r>
                <a:rPr lang="en-US" sz="1400"/>
                <a:t>*</a:t>
              </a:r>
              <a:endParaRPr lang="en-US"/>
            </a:p>
          </p:txBody>
        </p:sp>
        <p:sp>
          <p:nvSpPr>
            <p:cNvPr id="160" name="Flowchart: Process 159">
              <a:extLst>
                <a:ext uri="{FF2B5EF4-FFF2-40B4-BE49-F238E27FC236}">
                  <a16:creationId xmlns:a16="http://schemas.microsoft.com/office/drawing/2014/main" id="{0A2E08C7-38BE-2ABB-5C7F-CE4D93C97C45}"/>
                </a:ext>
              </a:extLst>
            </p:cNvPr>
            <p:cNvSpPr/>
            <p:nvPr/>
          </p:nvSpPr>
          <p:spPr>
            <a:xfrm>
              <a:off x="8284829" y="1247203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92500"/>
            </a:bodyPr>
            <a:lstStyle/>
            <a:p>
              <a:pPr algn="ctr"/>
              <a:r>
                <a:rPr lang="en-US"/>
                <a:t>Forward 30% Effort</a:t>
              </a:r>
            </a:p>
            <a:p>
              <a:pPr algn="ctr"/>
              <a:r>
                <a:rPr lang="en-US" sz="1400"/>
                <a:t>(Both Motors)</a:t>
              </a:r>
            </a:p>
            <a:p>
              <a:pPr algn="ctr"/>
              <a:r>
                <a:rPr lang="en-US" sz="1400"/>
                <a:t>*</a:t>
              </a:r>
              <a:endParaRPr lang="en-US"/>
            </a:p>
          </p:txBody>
        </p:sp>
        <p:cxnSp>
          <p:nvCxnSpPr>
            <p:cNvPr id="176" name="Connector: Elbow 175">
              <a:extLst>
                <a:ext uri="{FF2B5EF4-FFF2-40B4-BE49-F238E27FC236}">
                  <a16:creationId xmlns:a16="http://schemas.microsoft.com/office/drawing/2014/main" id="{AA827DEE-D4F3-AAEA-93A8-A57D8FB8F8F3}"/>
                </a:ext>
              </a:extLst>
            </p:cNvPr>
            <p:cNvCxnSpPr>
              <a:cxnSpLocks/>
              <a:stCxn id="25" idx="2"/>
              <a:endCxn id="160" idx="0"/>
            </p:cNvCxnSpPr>
            <p:nvPr/>
          </p:nvCxnSpPr>
          <p:spPr>
            <a:xfrm rot="16200000" flipH="1">
              <a:off x="7096421" y="10291591"/>
              <a:ext cx="4359708" cy="1184"/>
            </a:xfrm>
            <a:prstGeom prst="bentConnector3">
              <a:avLst>
                <a:gd name="adj1" fmla="val 5000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D9541B53-0634-AD24-ABD6-00E677F81A7F}"/>
                </a:ext>
              </a:extLst>
            </p:cNvPr>
            <p:cNvSpPr txBox="1">
              <a:spLocks/>
            </p:cNvSpPr>
            <p:nvPr/>
          </p:nvSpPr>
          <p:spPr>
            <a:xfrm>
              <a:off x="11696526" y="11841503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4</a:t>
              </a:r>
            </a:p>
          </p:txBody>
        </p:sp>
        <p:cxnSp>
          <p:nvCxnSpPr>
            <p:cNvPr id="198" name="Connector: Elbow 197">
              <a:extLst>
                <a:ext uri="{FF2B5EF4-FFF2-40B4-BE49-F238E27FC236}">
                  <a16:creationId xmlns:a16="http://schemas.microsoft.com/office/drawing/2014/main" id="{D8774277-0157-A52C-03BA-5A48B617682E}"/>
                </a:ext>
              </a:extLst>
            </p:cNvPr>
            <p:cNvCxnSpPr>
              <a:cxnSpLocks/>
              <a:endCxn id="206" idx="0"/>
            </p:cNvCxnSpPr>
            <p:nvPr/>
          </p:nvCxnSpPr>
          <p:spPr>
            <a:xfrm rot="10800000" flipV="1">
              <a:off x="4502916" y="13469745"/>
              <a:ext cx="10808761" cy="632653"/>
            </a:xfrm>
            <a:prstGeom prst="bentConnector2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Connector: Elbow 198">
              <a:extLst>
                <a:ext uri="{FF2B5EF4-FFF2-40B4-BE49-F238E27FC236}">
                  <a16:creationId xmlns:a16="http://schemas.microsoft.com/office/drawing/2014/main" id="{7F35DC5E-E73D-5ADF-13E0-1EF9310F6203}"/>
                </a:ext>
              </a:extLst>
            </p:cNvPr>
            <p:cNvCxnSpPr>
              <a:cxnSpLocks/>
              <a:endCxn id="207" idx="0"/>
            </p:cNvCxnSpPr>
            <p:nvPr/>
          </p:nvCxnSpPr>
          <p:spPr>
            <a:xfrm rot="10800000" flipV="1">
              <a:off x="6898024" y="13465509"/>
              <a:ext cx="8413653" cy="636890"/>
            </a:xfrm>
            <a:prstGeom prst="bentConnector2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Connector: Elbow 199">
              <a:extLst>
                <a:ext uri="{FF2B5EF4-FFF2-40B4-BE49-F238E27FC236}">
                  <a16:creationId xmlns:a16="http://schemas.microsoft.com/office/drawing/2014/main" id="{98C23552-2CA5-0082-BFD9-D7D8EF01565B}"/>
                </a:ext>
              </a:extLst>
            </p:cNvPr>
            <p:cNvCxnSpPr>
              <a:cxnSpLocks/>
              <a:endCxn id="208" idx="0"/>
            </p:cNvCxnSpPr>
            <p:nvPr/>
          </p:nvCxnSpPr>
          <p:spPr>
            <a:xfrm rot="10800000" flipV="1">
              <a:off x="11690608" y="13467628"/>
              <a:ext cx="3621069" cy="632652"/>
            </a:xfrm>
            <a:prstGeom prst="bentConnector2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Connector: Elbow 200">
              <a:extLst>
                <a:ext uri="{FF2B5EF4-FFF2-40B4-BE49-F238E27FC236}">
                  <a16:creationId xmlns:a16="http://schemas.microsoft.com/office/drawing/2014/main" id="{143177F5-B4C9-A71F-14D5-F6083209F32F}"/>
                </a:ext>
              </a:extLst>
            </p:cNvPr>
            <p:cNvCxnSpPr>
              <a:cxnSpLocks/>
              <a:endCxn id="209" idx="0"/>
            </p:cNvCxnSpPr>
            <p:nvPr/>
          </p:nvCxnSpPr>
          <p:spPr>
            <a:xfrm rot="5400000">
              <a:off x="13590415" y="12379016"/>
              <a:ext cx="2243713" cy="1198815"/>
            </a:xfrm>
            <a:prstGeom prst="bentConnector3">
              <a:avLst>
                <a:gd name="adj1" fmla="val 71735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7AE6FD33-4B59-CF63-B16F-9DBB2C38D4AC}"/>
                </a:ext>
              </a:extLst>
            </p:cNvPr>
            <p:cNvSpPr txBox="1">
              <a:spLocks/>
            </p:cNvSpPr>
            <p:nvPr/>
          </p:nvSpPr>
          <p:spPr>
            <a:xfrm>
              <a:off x="4501731" y="13471865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6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9FC8969A-A68F-FEBD-BC5A-AA033FB54777}"/>
                </a:ext>
              </a:extLst>
            </p:cNvPr>
            <p:cNvSpPr txBox="1">
              <a:spLocks/>
            </p:cNvSpPr>
            <p:nvPr/>
          </p:nvSpPr>
          <p:spPr>
            <a:xfrm>
              <a:off x="6896839" y="13471865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7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DCDD36ED-2696-1B49-D618-A71BE4B70F7A}"/>
                </a:ext>
              </a:extLst>
            </p:cNvPr>
            <p:cNvSpPr txBox="1">
              <a:spLocks/>
            </p:cNvSpPr>
            <p:nvPr/>
          </p:nvSpPr>
          <p:spPr>
            <a:xfrm>
              <a:off x="9314131" y="13471865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8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CA686D20-1757-C856-68FE-66F0BEFD7D76}"/>
                </a:ext>
              </a:extLst>
            </p:cNvPr>
            <p:cNvSpPr txBox="1">
              <a:spLocks/>
            </p:cNvSpPr>
            <p:nvPr/>
          </p:nvSpPr>
          <p:spPr>
            <a:xfrm>
              <a:off x="14105532" y="13471865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206" name="Flowchart: Process 205">
              <a:extLst>
                <a:ext uri="{FF2B5EF4-FFF2-40B4-BE49-F238E27FC236}">
                  <a16:creationId xmlns:a16="http://schemas.microsoft.com/office/drawing/2014/main" id="{F030F187-B6AC-B58A-FCB2-897988A40908}"/>
                </a:ext>
              </a:extLst>
            </p:cNvPr>
            <p:cNvSpPr/>
            <p:nvPr/>
          </p:nvSpPr>
          <p:spPr>
            <a:xfrm>
              <a:off x="3510877" y="14102399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r>
                <a:rPr lang="en-US" sz="2000"/>
                <a:t>Forward 60% Effort</a:t>
              </a:r>
            </a:p>
            <a:p>
              <a:pPr algn="ctr"/>
              <a:r>
                <a:rPr lang="en-US" sz="1600"/>
                <a:t>(Both Motors)</a:t>
              </a:r>
            </a:p>
            <a:p>
              <a:pPr algn="ctr"/>
              <a:r>
                <a:rPr lang="en-US" sz="1600"/>
                <a:t>*</a:t>
              </a:r>
              <a:endParaRPr lang="en-US" sz="2000"/>
            </a:p>
          </p:txBody>
        </p:sp>
        <p:sp>
          <p:nvSpPr>
            <p:cNvPr id="207" name="Flowchart: Process 206">
              <a:extLst>
                <a:ext uri="{FF2B5EF4-FFF2-40B4-BE49-F238E27FC236}">
                  <a16:creationId xmlns:a16="http://schemas.microsoft.com/office/drawing/2014/main" id="{7CCF0C7E-9888-40C0-648B-4DFEEDDBC737}"/>
                </a:ext>
              </a:extLst>
            </p:cNvPr>
            <p:cNvSpPr/>
            <p:nvPr/>
          </p:nvSpPr>
          <p:spPr>
            <a:xfrm>
              <a:off x="5905985" y="14102399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92500"/>
            </a:bodyPr>
            <a:lstStyle/>
            <a:p>
              <a:pPr algn="ctr"/>
              <a:r>
                <a:rPr lang="en-US"/>
                <a:t>Forward 70% Effort</a:t>
              </a:r>
            </a:p>
            <a:p>
              <a:pPr algn="ctr"/>
              <a:r>
                <a:rPr lang="en-US" sz="1400"/>
                <a:t>(Both Motors)</a:t>
              </a:r>
            </a:p>
            <a:p>
              <a:pPr algn="ctr"/>
              <a:r>
                <a:rPr lang="en-US" sz="1400"/>
                <a:t>*</a:t>
              </a:r>
              <a:endParaRPr lang="en-US"/>
            </a:p>
          </p:txBody>
        </p:sp>
        <p:sp>
          <p:nvSpPr>
            <p:cNvPr id="208" name="Flowchart: Process 207">
              <a:extLst>
                <a:ext uri="{FF2B5EF4-FFF2-40B4-BE49-F238E27FC236}">
                  <a16:creationId xmlns:a16="http://schemas.microsoft.com/office/drawing/2014/main" id="{0E893338-CE8A-A87B-4F27-7414CBD12DDA}"/>
                </a:ext>
              </a:extLst>
            </p:cNvPr>
            <p:cNvSpPr/>
            <p:nvPr/>
          </p:nvSpPr>
          <p:spPr>
            <a:xfrm>
              <a:off x="10698569" y="14100280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92500"/>
            </a:bodyPr>
            <a:lstStyle/>
            <a:p>
              <a:pPr algn="ctr"/>
              <a:r>
                <a:rPr lang="en-US"/>
                <a:t>Forward 90% Effort</a:t>
              </a:r>
            </a:p>
            <a:p>
              <a:pPr algn="ctr"/>
              <a:r>
                <a:rPr lang="en-US" sz="1400"/>
                <a:t>(Both Motors)</a:t>
              </a:r>
            </a:p>
            <a:p>
              <a:pPr algn="ctr"/>
              <a:r>
                <a:rPr lang="en-US" sz="1400"/>
                <a:t>*</a:t>
              </a:r>
              <a:endParaRPr lang="en-US"/>
            </a:p>
          </p:txBody>
        </p:sp>
        <p:sp>
          <p:nvSpPr>
            <p:cNvPr id="209" name="Flowchart: Process 208">
              <a:extLst>
                <a:ext uri="{FF2B5EF4-FFF2-40B4-BE49-F238E27FC236}">
                  <a16:creationId xmlns:a16="http://schemas.microsoft.com/office/drawing/2014/main" id="{2C69568A-ED58-37BF-363A-07E70F638A83}"/>
                </a:ext>
              </a:extLst>
            </p:cNvPr>
            <p:cNvSpPr/>
            <p:nvPr/>
          </p:nvSpPr>
          <p:spPr>
            <a:xfrm>
              <a:off x="13093676" y="14100280"/>
              <a:ext cx="2038373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92500"/>
            </a:bodyPr>
            <a:lstStyle/>
            <a:p>
              <a:pPr algn="ctr"/>
              <a:r>
                <a:rPr lang="en-US"/>
                <a:t>Forward 100% Effort</a:t>
              </a:r>
            </a:p>
            <a:p>
              <a:pPr algn="ctr"/>
              <a:r>
                <a:rPr lang="en-US" sz="1400"/>
                <a:t>(Both Motors)</a:t>
              </a:r>
            </a:p>
            <a:p>
              <a:pPr algn="ctr"/>
              <a:r>
                <a:rPr lang="en-US" sz="1400"/>
                <a:t>*</a:t>
              </a:r>
              <a:endParaRPr lang="en-US"/>
            </a:p>
          </p:txBody>
        </p:sp>
        <p:sp>
          <p:nvSpPr>
            <p:cNvPr id="210" name="Flowchart: Process 209">
              <a:extLst>
                <a:ext uri="{FF2B5EF4-FFF2-40B4-BE49-F238E27FC236}">
                  <a16:creationId xmlns:a16="http://schemas.microsoft.com/office/drawing/2014/main" id="{6AABA2E2-F19A-2609-AD83-D1BF913F201C}"/>
                </a:ext>
              </a:extLst>
            </p:cNvPr>
            <p:cNvSpPr/>
            <p:nvPr/>
          </p:nvSpPr>
          <p:spPr>
            <a:xfrm>
              <a:off x="8303461" y="14102399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92500"/>
            </a:bodyPr>
            <a:lstStyle/>
            <a:p>
              <a:pPr algn="ctr"/>
              <a:r>
                <a:rPr lang="en-US"/>
                <a:t>Forward 80% Effort</a:t>
              </a:r>
            </a:p>
            <a:p>
              <a:pPr algn="ctr"/>
              <a:r>
                <a:rPr lang="en-US" sz="1400"/>
                <a:t>(Both Motors)</a:t>
              </a:r>
            </a:p>
            <a:p>
              <a:pPr algn="ctr"/>
              <a:r>
                <a:rPr lang="en-US" sz="1400"/>
                <a:t>*</a:t>
              </a:r>
              <a:endParaRPr lang="en-US"/>
            </a:p>
          </p:txBody>
        </p:sp>
        <p:cxnSp>
          <p:nvCxnSpPr>
            <p:cNvPr id="211" name="Connector: Elbow 210">
              <a:extLst>
                <a:ext uri="{FF2B5EF4-FFF2-40B4-BE49-F238E27FC236}">
                  <a16:creationId xmlns:a16="http://schemas.microsoft.com/office/drawing/2014/main" id="{0EF9302A-BAF5-854D-DD9C-DC0DC6A48461}"/>
                </a:ext>
              </a:extLst>
            </p:cNvPr>
            <p:cNvCxnSpPr>
              <a:cxnSpLocks/>
              <a:endCxn id="210" idx="0"/>
            </p:cNvCxnSpPr>
            <p:nvPr/>
          </p:nvCxnSpPr>
          <p:spPr>
            <a:xfrm rot="10800000" flipV="1">
              <a:off x="9295500" y="13471865"/>
              <a:ext cx="6016177" cy="630534"/>
            </a:xfrm>
            <a:prstGeom prst="bentConnector2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17ADCCC8-96CE-7B47-23C4-6EE37DF699E6}"/>
                </a:ext>
              </a:extLst>
            </p:cNvPr>
            <p:cNvSpPr txBox="1">
              <a:spLocks/>
            </p:cNvSpPr>
            <p:nvPr/>
          </p:nvSpPr>
          <p:spPr>
            <a:xfrm>
              <a:off x="11715158" y="13471865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9</a:t>
              </a:r>
            </a:p>
          </p:txBody>
        </p: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249BACBF-F4F3-6FAF-62A1-A7421E637178}"/>
                </a:ext>
              </a:extLst>
            </p:cNvPr>
            <p:cNvCxnSpPr/>
            <p:nvPr/>
          </p:nvCxnSpPr>
          <p:spPr>
            <a:xfrm>
              <a:off x="14067083" y="11856567"/>
              <a:ext cx="124459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7" name="Flowchart: Alternate Process 276">
              <a:extLst>
                <a:ext uri="{FF2B5EF4-FFF2-40B4-BE49-F238E27FC236}">
                  <a16:creationId xmlns:a16="http://schemas.microsoft.com/office/drawing/2014/main" id="{B706432C-A185-E73D-D53E-7DEC5562940F}"/>
                </a:ext>
              </a:extLst>
            </p:cNvPr>
            <p:cNvSpPr/>
            <p:nvPr/>
          </p:nvSpPr>
          <p:spPr>
            <a:xfrm>
              <a:off x="6416067" y="15271394"/>
              <a:ext cx="5841326" cy="879894"/>
            </a:xfrm>
            <a:prstGeom prst="flowChartAlternate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* Means Data Transfer = True and Test Complete = False</a:t>
              </a:r>
            </a:p>
            <a:p>
              <a:pPr algn="ctr"/>
              <a:r>
                <a:rPr lang="en-US"/>
                <a:t>All commands lead to User Input Task</a:t>
              </a:r>
            </a:p>
          </p:txBody>
        </p:sp>
        <p:cxnSp>
          <p:nvCxnSpPr>
            <p:cNvPr id="278" name="Connector: Elbow 277">
              <a:extLst>
                <a:ext uri="{FF2B5EF4-FFF2-40B4-BE49-F238E27FC236}">
                  <a16:creationId xmlns:a16="http://schemas.microsoft.com/office/drawing/2014/main" id="{C26B05AE-7416-7A18-F9CB-4831E24C008C}"/>
                </a:ext>
              </a:extLst>
            </p:cNvPr>
            <p:cNvCxnSpPr>
              <a:cxnSpLocks/>
              <a:stCxn id="277" idx="2"/>
              <a:endCxn id="4" idx="1"/>
            </p:cNvCxnSpPr>
            <p:nvPr/>
          </p:nvCxnSpPr>
          <p:spPr>
            <a:xfrm rot="5400000" flipH="1">
              <a:off x="3063360" y="9877918"/>
              <a:ext cx="11493656" cy="1053084"/>
            </a:xfrm>
            <a:prstGeom prst="bentConnector4">
              <a:avLst>
                <a:gd name="adj1" fmla="val -1989"/>
                <a:gd name="adj2" fmla="val 580045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419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DDEAB-01EF-5D69-45B0-4DC91D267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0911558-981F-E588-C461-BD5F27B8E117}"/>
              </a:ext>
            </a:extLst>
          </p:cNvPr>
          <p:cNvGrpSpPr/>
          <p:nvPr/>
        </p:nvGrpSpPr>
        <p:grpSpPr>
          <a:xfrm>
            <a:off x="5422477" y="3438505"/>
            <a:ext cx="7443046" cy="11410990"/>
            <a:chOff x="5458966" y="4217685"/>
            <a:chExt cx="7443046" cy="11410990"/>
          </a:xfrm>
        </p:grpSpPr>
        <p:sp>
          <p:nvSpPr>
            <p:cNvPr id="4" name="Flowchart: Preparation 3">
              <a:extLst>
                <a:ext uri="{FF2B5EF4-FFF2-40B4-BE49-F238E27FC236}">
                  <a16:creationId xmlns:a16="http://schemas.microsoft.com/office/drawing/2014/main" id="{7D9E7AB7-D7D1-C414-0052-1CC98D598581}"/>
                </a:ext>
              </a:extLst>
            </p:cNvPr>
            <p:cNvSpPr/>
            <p:nvPr/>
          </p:nvSpPr>
          <p:spPr>
            <a:xfrm>
              <a:off x="8283646" y="4217685"/>
              <a:ext cx="1984074" cy="879894"/>
            </a:xfrm>
            <a:prstGeom prst="flowChartPrepa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/>
                <a:t>Motor Controller Task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4172149-77FF-87E8-C8FD-8513AB582D55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>
              <a:off x="9275683" y="5097579"/>
              <a:ext cx="819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497BD8EB-B28A-E8DF-75B0-9043648C7A8A}"/>
                </a:ext>
              </a:extLst>
            </p:cNvPr>
            <p:cNvSpPr/>
            <p:nvPr/>
          </p:nvSpPr>
          <p:spPr>
            <a:xfrm>
              <a:off x="8284464" y="5725060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Speed Change Flag Raised</a:t>
              </a:r>
            </a:p>
          </p:txBody>
        </p:sp>
        <p:sp>
          <p:nvSpPr>
            <p:cNvPr id="54" name="Flowchart: Process 53">
              <a:extLst>
                <a:ext uri="{FF2B5EF4-FFF2-40B4-BE49-F238E27FC236}">
                  <a16:creationId xmlns:a16="http://schemas.microsoft.com/office/drawing/2014/main" id="{9D7E17E7-CC0F-6D64-975A-EE67F0106F3F}"/>
                </a:ext>
              </a:extLst>
            </p:cNvPr>
            <p:cNvSpPr/>
            <p:nvPr/>
          </p:nvSpPr>
          <p:spPr>
            <a:xfrm>
              <a:off x="8284464" y="723243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Update Encoder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E893DE4-7EAC-690D-6E90-392C8FDF06F3}"/>
                </a:ext>
              </a:extLst>
            </p:cNvPr>
            <p:cNvCxnSpPr>
              <a:cxnSpLocks/>
              <a:stCxn id="9" idx="2"/>
              <a:endCxn id="54" idx="0"/>
            </p:cNvCxnSpPr>
            <p:nvPr/>
          </p:nvCxnSpPr>
          <p:spPr>
            <a:xfrm>
              <a:off x="9276502" y="6604954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766202A-A025-80A5-A21A-D2EEBAC57A9C}"/>
                </a:ext>
              </a:extLst>
            </p:cNvPr>
            <p:cNvSpPr txBox="1">
              <a:spLocks/>
            </p:cNvSpPr>
            <p:nvPr/>
          </p:nvSpPr>
          <p:spPr>
            <a:xfrm>
              <a:off x="10603182" y="6604954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DD7B5FF-0BC0-6DCD-A2FB-8FF9F9817ED4}"/>
                </a:ext>
              </a:extLst>
            </p:cNvPr>
            <p:cNvSpPr txBox="1">
              <a:spLocks/>
            </p:cNvSpPr>
            <p:nvPr/>
          </p:nvSpPr>
          <p:spPr>
            <a:xfrm>
              <a:off x="8956588" y="6675569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79" name="Flowchart: Process 78">
              <a:extLst>
                <a:ext uri="{FF2B5EF4-FFF2-40B4-BE49-F238E27FC236}">
                  <a16:creationId xmlns:a16="http://schemas.microsoft.com/office/drawing/2014/main" id="{4FC5EC51-7ADF-BFE8-6064-192D96C9ACC3}"/>
                </a:ext>
              </a:extLst>
            </p:cNvPr>
            <p:cNvSpPr/>
            <p:nvPr/>
          </p:nvSpPr>
          <p:spPr>
            <a:xfrm>
              <a:off x="10917936" y="723243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r>
                <a:rPr lang="en-US"/>
                <a:t>Lower Flag, Set Effort, Start Test Time, Reset Q’s Were Full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D0F0166-425E-B854-94EE-FC197D41A24A}"/>
                </a:ext>
              </a:extLst>
            </p:cNvPr>
            <p:cNvCxnSpPr>
              <a:cxnSpLocks/>
              <a:stCxn id="9" idx="2"/>
              <a:endCxn id="79" idx="0"/>
            </p:cNvCxnSpPr>
            <p:nvPr/>
          </p:nvCxnSpPr>
          <p:spPr>
            <a:xfrm>
              <a:off x="9276502" y="6604954"/>
              <a:ext cx="2633472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1ACE688C-225F-657D-B2C5-1E193C8EB305}"/>
                </a:ext>
              </a:extLst>
            </p:cNvPr>
            <p:cNvCxnSpPr>
              <a:cxnSpLocks/>
              <a:stCxn id="83" idx="1"/>
              <a:endCxn id="4" idx="1"/>
            </p:cNvCxnSpPr>
            <p:nvPr/>
          </p:nvCxnSpPr>
          <p:spPr>
            <a:xfrm rot="10800000" flipH="1">
              <a:off x="5458968" y="4657632"/>
              <a:ext cx="2824678" cy="6029500"/>
            </a:xfrm>
            <a:prstGeom prst="bentConnector3">
              <a:avLst>
                <a:gd name="adj1" fmla="val -8093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7CD870D-4C2C-5C3B-1627-948ACA8F7C61}"/>
                </a:ext>
              </a:extLst>
            </p:cNvPr>
            <p:cNvCxnSpPr>
              <a:cxnSpLocks/>
              <a:stCxn id="79" idx="1"/>
              <a:endCxn id="54" idx="3"/>
            </p:cNvCxnSpPr>
            <p:nvPr/>
          </p:nvCxnSpPr>
          <p:spPr>
            <a:xfrm flipH="1">
              <a:off x="10268540" y="7672382"/>
              <a:ext cx="649396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6C2CE6A-98CA-79B1-0D73-D1FBA3C4A11C}"/>
                </a:ext>
              </a:extLst>
            </p:cNvPr>
            <p:cNvCxnSpPr>
              <a:cxnSpLocks/>
              <a:stCxn id="54" idx="2"/>
              <a:endCxn id="28" idx="0"/>
            </p:cNvCxnSpPr>
            <p:nvPr/>
          </p:nvCxnSpPr>
          <p:spPr>
            <a:xfrm>
              <a:off x="9276502" y="8112329"/>
              <a:ext cx="0" cy="627479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Flowchart: Process 27">
              <a:extLst>
                <a:ext uri="{FF2B5EF4-FFF2-40B4-BE49-F238E27FC236}">
                  <a16:creationId xmlns:a16="http://schemas.microsoft.com/office/drawing/2014/main" id="{F272FA6A-01EA-40F7-9F76-C173E9748065}"/>
                </a:ext>
              </a:extLst>
            </p:cNvPr>
            <p:cNvSpPr/>
            <p:nvPr/>
          </p:nvSpPr>
          <p:spPr>
            <a:xfrm>
              <a:off x="8284464" y="8739808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Transferring On</a:t>
              </a:r>
            </a:p>
          </p:txBody>
        </p:sp>
        <p:sp>
          <p:nvSpPr>
            <p:cNvPr id="74" name="Flowchart: Process 73">
              <a:extLst>
                <a:ext uri="{FF2B5EF4-FFF2-40B4-BE49-F238E27FC236}">
                  <a16:creationId xmlns:a16="http://schemas.microsoft.com/office/drawing/2014/main" id="{9FFB3563-B171-A4FA-897E-67DC190242F8}"/>
                </a:ext>
              </a:extLst>
            </p:cNvPr>
            <p:cNvSpPr/>
            <p:nvPr/>
          </p:nvSpPr>
          <p:spPr>
            <a:xfrm>
              <a:off x="8284464" y="1023692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/>
                <a:t>Current Time is Less Than Set Duration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0C60A996-2604-D17A-5E53-BB3BE5AAF38F}"/>
                </a:ext>
              </a:extLst>
            </p:cNvPr>
            <p:cNvCxnSpPr>
              <a:cxnSpLocks/>
              <a:stCxn id="28" idx="2"/>
              <a:endCxn id="74" idx="0"/>
            </p:cNvCxnSpPr>
            <p:nvPr/>
          </p:nvCxnSpPr>
          <p:spPr>
            <a:xfrm>
              <a:off x="9276502" y="9619702"/>
              <a:ext cx="0" cy="61722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C8D5276-2986-B6F3-7861-DDAB873D3ADF}"/>
                </a:ext>
              </a:extLst>
            </p:cNvPr>
            <p:cNvSpPr txBox="1">
              <a:spLocks/>
            </p:cNvSpPr>
            <p:nvPr/>
          </p:nvSpPr>
          <p:spPr>
            <a:xfrm>
              <a:off x="9271641" y="9738521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5935453-1BFD-B67B-9F5E-4D5589322B8F}"/>
                </a:ext>
              </a:extLst>
            </p:cNvPr>
            <p:cNvSpPr txBox="1">
              <a:spLocks/>
            </p:cNvSpPr>
            <p:nvPr/>
          </p:nvSpPr>
          <p:spPr>
            <a:xfrm>
              <a:off x="7546555" y="9619704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83" name="Flowchart: Process 82">
              <a:extLst>
                <a:ext uri="{FF2B5EF4-FFF2-40B4-BE49-F238E27FC236}">
                  <a16:creationId xmlns:a16="http://schemas.microsoft.com/office/drawing/2014/main" id="{19418010-9EA6-A9DE-9A2D-DA718F862FE9}"/>
                </a:ext>
              </a:extLst>
            </p:cNvPr>
            <p:cNvSpPr/>
            <p:nvPr/>
          </p:nvSpPr>
          <p:spPr>
            <a:xfrm>
              <a:off x="5458968" y="1024718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No Data Transferred</a:t>
              </a: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E1EBDC3-DF8A-44E3-4939-870D633120EF}"/>
                </a:ext>
              </a:extLst>
            </p:cNvPr>
            <p:cNvCxnSpPr>
              <a:cxnSpLocks/>
              <a:stCxn id="28" idx="2"/>
              <a:endCxn id="83" idx="0"/>
            </p:cNvCxnSpPr>
            <p:nvPr/>
          </p:nvCxnSpPr>
          <p:spPr>
            <a:xfrm flipH="1">
              <a:off x="6451006" y="9619702"/>
              <a:ext cx="2825496" cy="62748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Flowchart: Process 98">
              <a:extLst>
                <a:ext uri="{FF2B5EF4-FFF2-40B4-BE49-F238E27FC236}">
                  <a16:creationId xmlns:a16="http://schemas.microsoft.com/office/drawing/2014/main" id="{47E3C6E9-19D5-0050-632A-333599E9B6D9}"/>
                </a:ext>
              </a:extLst>
            </p:cNvPr>
            <p:cNvSpPr/>
            <p:nvPr/>
          </p:nvSpPr>
          <p:spPr>
            <a:xfrm>
              <a:off x="8284464" y="1174429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Queues Currently Full</a:t>
              </a: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6E0CDB39-0244-92A1-4FA0-6B34ECEA5144}"/>
                </a:ext>
              </a:extLst>
            </p:cNvPr>
            <p:cNvCxnSpPr>
              <a:cxnSpLocks/>
              <a:stCxn id="74" idx="2"/>
              <a:endCxn id="99" idx="0"/>
            </p:cNvCxnSpPr>
            <p:nvPr/>
          </p:nvCxnSpPr>
          <p:spPr>
            <a:xfrm>
              <a:off x="9276502" y="11116819"/>
              <a:ext cx="0" cy="62747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93200D8-E513-41A3-A9C7-FCC6B569467F}"/>
                </a:ext>
              </a:extLst>
            </p:cNvPr>
            <p:cNvSpPr txBox="1">
              <a:spLocks/>
            </p:cNvSpPr>
            <p:nvPr/>
          </p:nvSpPr>
          <p:spPr>
            <a:xfrm>
              <a:off x="9267599" y="11245892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DACE29A-D2E9-5F7A-EBE6-7452BA195DCE}"/>
                </a:ext>
              </a:extLst>
            </p:cNvPr>
            <p:cNvSpPr txBox="1">
              <a:spLocks/>
            </p:cNvSpPr>
            <p:nvPr/>
          </p:nvSpPr>
          <p:spPr>
            <a:xfrm>
              <a:off x="7542513" y="11127075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107" name="Flowchart: Process 106">
              <a:extLst>
                <a:ext uri="{FF2B5EF4-FFF2-40B4-BE49-F238E27FC236}">
                  <a16:creationId xmlns:a16="http://schemas.microsoft.com/office/drawing/2014/main" id="{A51794B1-4A35-5508-DE5F-CF0862E57539}"/>
                </a:ext>
              </a:extLst>
            </p:cNvPr>
            <p:cNvSpPr/>
            <p:nvPr/>
          </p:nvSpPr>
          <p:spPr>
            <a:xfrm>
              <a:off x="5458968" y="1174429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r>
                <a:rPr lang="en-US"/>
                <a:t>Test Complete = True</a:t>
              </a:r>
            </a:p>
            <a:p>
              <a:pPr algn="ctr"/>
              <a:r>
                <a:rPr lang="en-US"/>
                <a:t>Stop Motor and Zero Encoder</a:t>
              </a:r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D890B7A-4E7D-5359-BE7D-F0F6D187BCA5}"/>
                </a:ext>
              </a:extLst>
            </p:cNvPr>
            <p:cNvCxnSpPr>
              <a:cxnSpLocks/>
              <a:stCxn id="74" idx="2"/>
              <a:endCxn id="107" idx="0"/>
            </p:cNvCxnSpPr>
            <p:nvPr/>
          </p:nvCxnSpPr>
          <p:spPr>
            <a:xfrm flipH="1">
              <a:off x="6451006" y="11116819"/>
              <a:ext cx="2825496" cy="62747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Connector: Elbow 125">
              <a:extLst>
                <a:ext uri="{FF2B5EF4-FFF2-40B4-BE49-F238E27FC236}">
                  <a16:creationId xmlns:a16="http://schemas.microsoft.com/office/drawing/2014/main" id="{ADD32DBE-12C6-3E72-887B-A76793FF828F}"/>
                </a:ext>
              </a:extLst>
            </p:cNvPr>
            <p:cNvCxnSpPr>
              <a:cxnSpLocks/>
              <a:stCxn id="107" idx="1"/>
              <a:endCxn id="4" idx="1"/>
            </p:cNvCxnSpPr>
            <p:nvPr/>
          </p:nvCxnSpPr>
          <p:spPr>
            <a:xfrm rot="10800000" flipH="1">
              <a:off x="5458968" y="4657632"/>
              <a:ext cx="2824678" cy="7526612"/>
            </a:xfrm>
            <a:prstGeom prst="bentConnector3">
              <a:avLst>
                <a:gd name="adj1" fmla="val -8093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Flowchart: Process 135">
              <a:extLst>
                <a:ext uri="{FF2B5EF4-FFF2-40B4-BE49-F238E27FC236}">
                  <a16:creationId xmlns:a16="http://schemas.microsoft.com/office/drawing/2014/main" id="{7609FB08-7B27-1601-F764-09CAAE34F4E8}"/>
                </a:ext>
              </a:extLst>
            </p:cNvPr>
            <p:cNvSpPr/>
            <p:nvPr/>
          </p:nvSpPr>
          <p:spPr>
            <a:xfrm>
              <a:off x="8284464" y="13241409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1600"/>
                <a:t>Q’s Were Full = False</a:t>
              </a: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B9BF3E10-C50F-18AB-3D7A-DEDEE233EC4E}"/>
                </a:ext>
              </a:extLst>
            </p:cNvPr>
            <p:cNvCxnSpPr>
              <a:cxnSpLocks/>
              <a:stCxn id="99" idx="2"/>
              <a:endCxn id="136" idx="0"/>
            </p:cNvCxnSpPr>
            <p:nvPr/>
          </p:nvCxnSpPr>
          <p:spPr>
            <a:xfrm>
              <a:off x="9276502" y="12624191"/>
              <a:ext cx="0" cy="61721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5A04F993-470D-3ED9-DA6B-6B9C3728DF02}"/>
                </a:ext>
              </a:extLst>
            </p:cNvPr>
            <p:cNvSpPr txBox="1">
              <a:spLocks/>
            </p:cNvSpPr>
            <p:nvPr/>
          </p:nvSpPr>
          <p:spPr>
            <a:xfrm>
              <a:off x="10603182" y="12613928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D8FC5CFA-C646-7515-4F10-5540022F0C46}"/>
                </a:ext>
              </a:extLst>
            </p:cNvPr>
            <p:cNvSpPr txBox="1">
              <a:spLocks/>
            </p:cNvSpPr>
            <p:nvPr/>
          </p:nvSpPr>
          <p:spPr>
            <a:xfrm>
              <a:off x="8956588" y="12684543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140" name="Flowchart: Process 139">
              <a:extLst>
                <a:ext uri="{FF2B5EF4-FFF2-40B4-BE49-F238E27FC236}">
                  <a16:creationId xmlns:a16="http://schemas.microsoft.com/office/drawing/2014/main" id="{159FC43A-9D66-EF36-E0E5-66CB9E8D7DDA}"/>
                </a:ext>
              </a:extLst>
            </p:cNvPr>
            <p:cNvSpPr/>
            <p:nvPr/>
          </p:nvSpPr>
          <p:spPr>
            <a:xfrm>
              <a:off x="10917936" y="13241409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1600"/>
                <a:t>Raise Q’s Were Full</a:t>
              </a:r>
            </a:p>
            <a:p>
              <a:pPr algn="ctr"/>
              <a:r>
                <a:rPr lang="en-US" sz="1600"/>
                <a:t>Stop Motor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05561756-2522-B1FF-FB40-2315AB6ABCD4}"/>
                </a:ext>
              </a:extLst>
            </p:cNvPr>
            <p:cNvCxnSpPr>
              <a:cxnSpLocks/>
              <a:stCxn id="99" idx="2"/>
              <a:endCxn id="140" idx="0"/>
            </p:cNvCxnSpPr>
            <p:nvPr/>
          </p:nvCxnSpPr>
          <p:spPr>
            <a:xfrm>
              <a:off x="9276502" y="12624191"/>
              <a:ext cx="2633472" cy="61721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5" name="Flowchart: Process 144">
              <a:extLst>
                <a:ext uri="{FF2B5EF4-FFF2-40B4-BE49-F238E27FC236}">
                  <a16:creationId xmlns:a16="http://schemas.microsoft.com/office/drawing/2014/main" id="{D7AC4037-E4B1-29B8-980A-627C00BB8AEC}"/>
                </a:ext>
              </a:extLst>
            </p:cNvPr>
            <p:cNvSpPr/>
            <p:nvPr/>
          </p:nvSpPr>
          <p:spPr>
            <a:xfrm>
              <a:off x="8284463" y="14738521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/>
                <a:t>Put into Time, Position, and Velocity Q’s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0671DD73-75AC-B423-AD88-6FED79B8E753}"/>
                </a:ext>
              </a:extLst>
            </p:cNvPr>
            <p:cNvCxnSpPr>
              <a:cxnSpLocks/>
              <a:stCxn id="136" idx="2"/>
              <a:endCxn id="145" idx="0"/>
            </p:cNvCxnSpPr>
            <p:nvPr/>
          </p:nvCxnSpPr>
          <p:spPr>
            <a:xfrm flipH="1">
              <a:off x="9276501" y="14121303"/>
              <a:ext cx="1" cy="61721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8178142-7651-7495-16EB-1A45C2C6D9BC}"/>
                </a:ext>
              </a:extLst>
            </p:cNvPr>
            <p:cNvSpPr txBox="1">
              <a:spLocks/>
            </p:cNvSpPr>
            <p:nvPr/>
          </p:nvSpPr>
          <p:spPr>
            <a:xfrm>
              <a:off x="9271640" y="14240117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C9856B7B-E6C3-6A49-6FAC-9EC1A7A944E8}"/>
                </a:ext>
              </a:extLst>
            </p:cNvPr>
            <p:cNvSpPr txBox="1">
              <a:spLocks/>
            </p:cNvSpPr>
            <p:nvPr/>
          </p:nvSpPr>
          <p:spPr>
            <a:xfrm>
              <a:off x="7546554" y="14121300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149" name="Flowchart: Process 148">
              <a:extLst>
                <a:ext uri="{FF2B5EF4-FFF2-40B4-BE49-F238E27FC236}">
                  <a16:creationId xmlns:a16="http://schemas.microsoft.com/office/drawing/2014/main" id="{F2250F47-32D6-E8EA-E03C-80E8B9D754F0}"/>
                </a:ext>
              </a:extLst>
            </p:cNvPr>
            <p:cNvSpPr/>
            <p:nvPr/>
          </p:nvSpPr>
          <p:spPr>
            <a:xfrm>
              <a:off x="5458967" y="14748781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Current Test Complete</a:t>
              </a:r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6DB86E76-260E-6B46-DE48-5C566DF6DB4B}"/>
                </a:ext>
              </a:extLst>
            </p:cNvPr>
            <p:cNvCxnSpPr>
              <a:cxnSpLocks/>
              <a:stCxn id="136" idx="2"/>
              <a:endCxn id="149" idx="0"/>
            </p:cNvCxnSpPr>
            <p:nvPr/>
          </p:nvCxnSpPr>
          <p:spPr>
            <a:xfrm flipH="1">
              <a:off x="6451005" y="14121303"/>
              <a:ext cx="2825497" cy="62747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Connector: Elbow 152">
              <a:extLst>
                <a:ext uri="{FF2B5EF4-FFF2-40B4-BE49-F238E27FC236}">
                  <a16:creationId xmlns:a16="http://schemas.microsoft.com/office/drawing/2014/main" id="{067BFED7-4F93-A1D6-816D-FEA9402D236B}"/>
                </a:ext>
              </a:extLst>
            </p:cNvPr>
            <p:cNvCxnSpPr>
              <a:cxnSpLocks/>
              <a:stCxn id="149" idx="1"/>
              <a:endCxn id="4" idx="1"/>
            </p:cNvCxnSpPr>
            <p:nvPr/>
          </p:nvCxnSpPr>
          <p:spPr>
            <a:xfrm rot="10800000" flipH="1">
              <a:off x="5458966" y="4657632"/>
              <a:ext cx="2824679" cy="10531096"/>
            </a:xfrm>
            <a:prstGeom prst="bentConnector3">
              <a:avLst>
                <a:gd name="adj1" fmla="val -8093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9113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098C5-7CAE-1AB9-7F36-A35CF4BF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C3AD58-71F8-CD74-2CD9-5C1119176BA6}"/>
              </a:ext>
            </a:extLst>
          </p:cNvPr>
          <p:cNvGrpSpPr/>
          <p:nvPr/>
        </p:nvGrpSpPr>
        <p:grpSpPr>
          <a:xfrm>
            <a:off x="5383668" y="4217685"/>
            <a:ext cx="7520664" cy="9852629"/>
            <a:chOff x="4263989" y="3840827"/>
            <a:chExt cx="7520664" cy="9852629"/>
          </a:xfrm>
        </p:grpSpPr>
        <p:sp>
          <p:nvSpPr>
            <p:cNvPr id="4" name="Flowchart: Preparation 3">
              <a:extLst>
                <a:ext uri="{FF2B5EF4-FFF2-40B4-BE49-F238E27FC236}">
                  <a16:creationId xmlns:a16="http://schemas.microsoft.com/office/drawing/2014/main" id="{CD53C34E-3441-667B-F332-6A6101DEEA5E}"/>
                </a:ext>
              </a:extLst>
            </p:cNvPr>
            <p:cNvSpPr/>
            <p:nvPr/>
          </p:nvSpPr>
          <p:spPr>
            <a:xfrm>
              <a:off x="7163967" y="3840827"/>
              <a:ext cx="1984074" cy="879894"/>
            </a:xfrm>
            <a:prstGeom prst="flowChartPrepa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/>
                <a:t>Data</a:t>
              </a:r>
            </a:p>
            <a:p>
              <a:pPr algn="ctr"/>
              <a:r>
                <a:rPr lang="en-US"/>
                <a:t>Transfer Task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FF7CA6B-C91B-F993-90EF-858904845B98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>
              <a:off x="8156004" y="4720721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BB8DCB71-2D15-72BE-D966-3B6560E08B2B}"/>
                </a:ext>
              </a:extLst>
            </p:cNvPr>
            <p:cNvSpPr/>
            <p:nvPr/>
          </p:nvSpPr>
          <p:spPr>
            <a:xfrm>
              <a:off x="7163966" y="5348202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Sent Header</a:t>
              </a:r>
            </a:p>
          </p:txBody>
        </p:sp>
        <p:sp>
          <p:nvSpPr>
            <p:cNvPr id="36" name="Flowchart: Process 35">
              <a:extLst>
                <a:ext uri="{FF2B5EF4-FFF2-40B4-BE49-F238E27FC236}">
                  <a16:creationId xmlns:a16="http://schemas.microsoft.com/office/drawing/2014/main" id="{A4E8596E-0743-821C-CF1D-E734A707019C}"/>
                </a:ext>
              </a:extLst>
            </p:cNvPr>
            <p:cNvSpPr/>
            <p:nvPr/>
          </p:nvSpPr>
          <p:spPr>
            <a:xfrm>
              <a:off x="7163966" y="6784062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Transferring On</a:t>
              </a:r>
            </a:p>
          </p:txBody>
        </p:sp>
        <p:sp>
          <p:nvSpPr>
            <p:cNvPr id="37" name="Flowchart: Process 36">
              <a:extLst>
                <a:ext uri="{FF2B5EF4-FFF2-40B4-BE49-F238E27FC236}">
                  <a16:creationId xmlns:a16="http://schemas.microsoft.com/office/drawing/2014/main" id="{FD1F2363-7D39-D445-9813-0FAF38650E3F}"/>
                </a:ext>
              </a:extLst>
            </p:cNvPr>
            <p:cNvSpPr/>
            <p:nvPr/>
          </p:nvSpPr>
          <p:spPr>
            <a:xfrm>
              <a:off x="4340391" y="6784062"/>
              <a:ext cx="1983544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Write Header Info To Bluetooth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3C28648-2EE3-6530-49A9-E260AED76B67}"/>
                </a:ext>
              </a:extLst>
            </p:cNvPr>
            <p:cNvCxnSpPr>
              <a:cxnSpLocks/>
              <a:stCxn id="9" idx="2"/>
              <a:endCxn id="37" idx="0"/>
            </p:cNvCxnSpPr>
            <p:nvPr/>
          </p:nvCxnSpPr>
          <p:spPr>
            <a:xfrm flipH="1">
              <a:off x="5332163" y="6228096"/>
              <a:ext cx="2823841" cy="55596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1FBECB5-B9BC-16BA-D60C-013B513E335B}"/>
                </a:ext>
              </a:extLst>
            </p:cNvPr>
            <p:cNvCxnSpPr>
              <a:cxnSpLocks/>
              <a:stCxn id="9" idx="2"/>
              <a:endCxn id="36" idx="0"/>
            </p:cNvCxnSpPr>
            <p:nvPr/>
          </p:nvCxnSpPr>
          <p:spPr>
            <a:xfrm>
              <a:off x="8156004" y="6228096"/>
              <a:ext cx="0" cy="55596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DB4AB4FE-0F37-BB30-40AA-35896C276BE5}"/>
                </a:ext>
              </a:extLst>
            </p:cNvPr>
            <p:cNvCxnSpPr>
              <a:cxnSpLocks/>
              <a:stCxn id="37" idx="3"/>
              <a:endCxn id="36" idx="1"/>
            </p:cNvCxnSpPr>
            <p:nvPr/>
          </p:nvCxnSpPr>
          <p:spPr>
            <a:xfrm>
              <a:off x="6323935" y="7224009"/>
              <a:ext cx="840031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0B91EFD-75E2-1BF6-EEC3-995AABF685BE}"/>
                </a:ext>
              </a:extLst>
            </p:cNvPr>
            <p:cNvSpPr txBox="1">
              <a:spLocks/>
            </p:cNvSpPr>
            <p:nvPr/>
          </p:nvSpPr>
          <p:spPr>
            <a:xfrm>
              <a:off x="8151962" y="6275398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E7115CF-D0E4-52FA-A4A9-17807B2227A7}"/>
                </a:ext>
              </a:extLst>
            </p:cNvPr>
            <p:cNvSpPr txBox="1">
              <a:spLocks/>
            </p:cNvSpPr>
            <p:nvPr/>
          </p:nvSpPr>
          <p:spPr>
            <a:xfrm>
              <a:off x="6013392" y="6228096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1BBBCC99-77F5-373C-E465-724B750CB2D2}"/>
                </a:ext>
              </a:extLst>
            </p:cNvPr>
            <p:cNvSpPr/>
            <p:nvPr/>
          </p:nvSpPr>
          <p:spPr>
            <a:xfrm>
              <a:off x="7163966" y="829143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/>
                <a:t>(Q’s Empty) and (Test Complete or Q’s Prev Full)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C82AC31-4080-7D36-8E16-1C039B9A7F69}"/>
                </a:ext>
              </a:extLst>
            </p:cNvPr>
            <p:cNvCxnSpPr>
              <a:cxnSpLocks/>
              <a:stCxn id="36" idx="2"/>
              <a:endCxn id="12" idx="0"/>
            </p:cNvCxnSpPr>
            <p:nvPr/>
          </p:nvCxnSpPr>
          <p:spPr>
            <a:xfrm>
              <a:off x="8156004" y="7663956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B4938EF-825F-49CA-10D9-6297DA7E13A7}"/>
                </a:ext>
              </a:extLst>
            </p:cNvPr>
            <p:cNvSpPr txBox="1">
              <a:spLocks/>
            </p:cNvSpPr>
            <p:nvPr/>
          </p:nvSpPr>
          <p:spPr>
            <a:xfrm>
              <a:off x="8151962" y="7782773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7DE139D-C4FF-799F-E265-C92910FCDEBD}"/>
                </a:ext>
              </a:extLst>
            </p:cNvPr>
            <p:cNvSpPr txBox="1">
              <a:spLocks/>
            </p:cNvSpPr>
            <p:nvPr/>
          </p:nvSpPr>
          <p:spPr>
            <a:xfrm>
              <a:off x="6426876" y="7663956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54" name="Flowchart: Process 53">
              <a:extLst>
                <a:ext uri="{FF2B5EF4-FFF2-40B4-BE49-F238E27FC236}">
                  <a16:creationId xmlns:a16="http://schemas.microsoft.com/office/drawing/2014/main" id="{2A66B9AA-C53E-50FF-C6A5-6D1C0F1C1E9E}"/>
                </a:ext>
              </a:extLst>
            </p:cNvPr>
            <p:cNvSpPr/>
            <p:nvPr/>
          </p:nvSpPr>
          <p:spPr>
            <a:xfrm>
              <a:off x="7159924" y="9798812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Q’s Full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C515961-5571-B922-5A40-6080009B43D9}"/>
                </a:ext>
              </a:extLst>
            </p:cNvPr>
            <p:cNvCxnSpPr>
              <a:cxnSpLocks/>
              <a:stCxn id="12" idx="2"/>
              <a:endCxn id="54" idx="0"/>
            </p:cNvCxnSpPr>
            <p:nvPr/>
          </p:nvCxnSpPr>
          <p:spPr>
            <a:xfrm flipH="1">
              <a:off x="8151962" y="9171331"/>
              <a:ext cx="4042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7E9E99A-1238-4A90-ED41-2EEFE2C2A9F8}"/>
                </a:ext>
              </a:extLst>
            </p:cNvPr>
            <p:cNvSpPr txBox="1">
              <a:spLocks/>
            </p:cNvSpPr>
            <p:nvPr/>
          </p:nvSpPr>
          <p:spPr>
            <a:xfrm>
              <a:off x="9483503" y="9171331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5CD82C9-BA5B-4544-2CCB-6E310EEC2727}"/>
                </a:ext>
              </a:extLst>
            </p:cNvPr>
            <p:cNvSpPr txBox="1">
              <a:spLocks/>
            </p:cNvSpPr>
            <p:nvPr/>
          </p:nvSpPr>
          <p:spPr>
            <a:xfrm>
              <a:off x="7836909" y="9241946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79" name="Flowchart: Process 78">
              <a:extLst>
                <a:ext uri="{FF2B5EF4-FFF2-40B4-BE49-F238E27FC236}">
                  <a16:creationId xmlns:a16="http://schemas.microsoft.com/office/drawing/2014/main" id="{F1F1EFD0-CA03-F7C5-F540-C30A350DD183}"/>
                </a:ext>
              </a:extLst>
            </p:cNvPr>
            <p:cNvSpPr/>
            <p:nvPr/>
          </p:nvSpPr>
          <p:spPr>
            <a:xfrm>
              <a:off x="9800577" y="9798812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Reset Flags for Next Test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3A4B6ED-C1CF-5CE2-FEF3-FAAB9C008187}"/>
                </a:ext>
              </a:extLst>
            </p:cNvPr>
            <p:cNvCxnSpPr>
              <a:cxnSpLocks/>
              <a:stCxn id="12" idx="2"/>
              <a:endCxn id="79" idx="0"/>
            </p:cNvCxnSpPr>
            <p:nvPr/>
          </p:nvCxnSpPr>
          <p:spPr>
            <a:xfrm>
              <a:off x="8156004" y="9171331"/>
              <a:ext cx="2636611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Flowchart: Process 80">
              <a:extLst>
                <a:ext uri="{FF2B5EF4-FFF2-40B4-BE49-F238E27FC236}">
                  <a16:creationId xmlns:a16="http://schemas.microsoft.com/office/drawing/2014/main" id="{6FDF5D21-FE8F-D7E9-F17B-0009E88ECC2C}"/>
                </a:ext>
              </a:extLst>
            </p:cNvPr>
            <p:cNvSpPr/>
            <p:nvPr/>
          </p:nvSpPr>
          <p:spPr>
            <a:xfrm>
              <a:off x="4263989" y="829143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No Data Transferred</a:t>
              </a:r>
            </a:p>
          </p:txBody>
        </p: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A054EE78-0FF9-4E84-4FE0-750CA8BA59AD}"/>
                </a:ext>
              </a:extLst>
            </p:cNvPr>
            <p:cNvCxnSpPr>
              <a:stCxn id="81" idx="1"/>
              <a:endCxn id="4" idx="1"/>
            </p:cNvCxnSpPr>
            <p:nvPr/>
          </p:nvCxnSpPr>
          <p:spPr>
            <a:xfrm rot="10800000" flipH="1">
              <a:off x="4263989" y="4280774"/>
              <a:ext cx="2899978" cy="4450610"/>
            </a:xfrm>
            <a:prstGeom prst="bentConnector3">
              <a:avLst>
                <a:gd name="adj1" fmla="val -7883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95EBAE8-246C-3DC9-E092-33B1D8283888}"/>
                </a:ext>
              </a:extLst>
            </p:cNvPr>
            <p:cNvCxnSpPr>
              <a:cxnSpLocks/>
              <a:stCxn id="36" idx="2"/>
              <a:endCxn id="81" idx="0"/>
            </p:cNvCxnSpPr>
            <p:nvPr/>
          </p:nvCxnSpPr>
          <p:spPr>
            <a:xfrm flipH="1">
              <a:off x="5256027" y="7663956"/>
              <a:ext cx="2899977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CF135DC2-B6CA-FCD7-9487-6C78AEC67C46}"/>
                </a:ext>
              </a:extLst>
            </p:cNvPr>
            <p:cNvCxnSpPr>
              <a:cxnSpLocks/>
              <a:stCxn id="79" idx="3"/>
              <a:endCxn id="4" idx="3"/>
            </p:cNvCxnSpPr>
            <p:nvPr/>
          </p:nvCxnSpPr>
          <p:spPr>
            <a:xfrm flipH="1" flipV="1">
              <a:off x="9148041" y="4280774"/>
              <a:ext cx="2636612" cy="5957985"/>
            </a:xfrm>
            <a:prstGeom prst="bentConnector3">
              <a:avLst>
                <a:gd name="adj1" fmla="val -8959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9" name="Flowchart: Process 88">
              <a:extLst>
                <a:ext uri="{FF2B5EF4-FFF2-40B4-BE49-F238E27FC236}">
                  <a16:creationId xmlns:a16="http://schemas.microsoft.com/office/drawing/2014/main" id="{715E8F2E-32D2-5AC1-6FCA-9DB263DAE6A0}"/>
                </a:ext>
              </a:extLst>
            </p:cNvPr>
            <p:cNvSpPr/>
            <p:nvPr/>
          </p:nvSpPr>
          <p:spPr>
            <a:xfrm>
              <a:off x="7159924" y="1130618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Q’s Have Data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FB987D29-5619-A894-44F4-E92C7541EAAE}"/>
                </a:ext>
              </a:extLst>
            </p:cNvPr>
            <p:cNvCxnSpPr>
              <a:cxnSpLocks/>
              <a:stCxn id="54" idx="2"/>
              <a:endCxn id="89" idx="0"/>
            </p:cNvCxnSpPr>
            <p:nvPr/>
          </p:nvCxnSpPr>
          <p:spPr>
            <a:xfrm>
              <a:off x="8151962" y="10678706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36C31A4-ABAF-9C28-DA75-E42940FB63A7}"/>
                </a:ext>
              </a:extLst>
            </p:cNvPr>
            <p:cNvSpPr txBox="1">
              <a:spLocks/>
            </p:cNvSpPr>
            <p:nvPr/>
          </p:nvSpPr>
          <p:spPr>
            <a:xfrm>
              <a:off x="9483503" y="10678706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E54842D-43BA-3DAD-8514-1749B8EE4368}"/>
                </a:ext>
              </a:extLst>
            </p:cNvPr>
            <p:cNvSpPr txBox="1">
              <a:spLocks/>
            </p:cNvSpPr>
            <p:nvPr/>
          </p:nvSpPr>
          <p:spPr>
            <a:xfrm>
              <a:off x="7836909" y="10749321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93" name="Flowchart: Process 92">
              <a:extLst>
                <a:ext uri="{FF2B5EF4-FFF2-40B4-BE49-F238E27FC236}">
                  <a16:creationId xmlns:a16="http://schemas.microsoft.com/office/drawing/2014/main" id="{5B6BD36A-469F-8106-915C-5D1EFC4BC101}"/>
                </a:ext>
              </a:extLst>
            </p:cNvPr>
            <p:cNvSpPr/>
            <p:nvPr/>
          </p:nvSpPr>
          <p:spPr>
            <a:xfrm>
              <a:off x="9800577" y="1130618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1600"/>
                <a:t>Set </a:t>
              </a:r>
            </a:p>
            <a:p>
              <a:pPr algn="ctr"/>
              <a:r>
                <a:rPr lang="en-US" sz="1600"/>
                <a:t>Q’s Prev Full = True</a:t>
              </a: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E4BAB7BC-7249-BF7E-B3C3-0A2322672BE0}"/>
                </a:ext>
              </a:extLst>
            </p:cNvPr>
            <p:cNvCxnSpPr>
              <a:cxnSpLocks/>
              <a:stCxn id="54" idx="2"/>
              <a:endCxn id="93" idx="0"/>
            </p:cNvCxnSpPr>
            <p:nvPr/>
          </p:nvCxnSpPr>
          <p:spPr>
            <a:xfrm>
              <a:off x="8151962" y="10678706"/>
              <a:ext cx="2640653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Connector: Elbow 96">
              <a:extLst>
                <a:ext uri="{FF2B5EF4-FFF2-40B4-BE49-F238E27FC236}">
                  <a16:creationId xmlns:a16="http://schemas.microsoft.com/office/drawing/2014/main" id="{D41A4A5D-D372-5018-E0B5-C3530084D468}"/>
                </a:ext>
              </a:extLst>
            </p:cNvPr>
            <p:cNvCxnSpPr>
              <a:cxnSpLocks/>
              <a:stCxn id="93" idx="3"/>
              <a:endCxn id="4" idx="3"/>
            </p:cNvCxnSpPr>
            <p:nvPr/>
          </p:nvCxnSpPr>
          <p:spPr>
            <a:xfrm flipH="1" flipV="1">
              <a:off x="9148041" y="4280774"/>
              <a:ext cx="2636612" cy="7465360"/>
            </a:xfrm>
            <a:prstGeom prst="bentConnector3">
              <a:avLst>
                <a:gd name="adj1" fmla="val -8959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03B02730-558E-1E5C-B128-A8AA801C1C66}"/>
                </a:ext>
              </a:extLst>
            </p:cNvPr>
            <p:cNvCxnSpPr>
              <a:cxnSpLocks/>
              <a:stCxn id="89" idx="2"/>
              <a:endCxn id="104" idx="0"/>
            </p:cNvCxnSpPr>
            <p:nvPr/>
          </p:nvCxnSpPr>
          <p:spPr>
            <a:xfrm>
              <a:off x="8151962" y="12186081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EA10B22-35F8-C082-0764-F34E525EE428}"/>
                </a:ext>
              </a:extLst>
            </p:cNvPr>
            <p:cNvSpPr txBox="1">
              <a:spLocks/>
            </p:cNvSpPr>
            <p:nvPr/>
          </p:nvSpPr>
          <p:spPr>
            <a:xfrm>
              <a:off x="8171012" y="12316673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104" name="Flowchart: Process 103">
              <a:extLst>
                <a:ext uri="{FF2B5EF4-FFF2-40B4-BE49-F238E27FC236}">
                  <a16:creationId xmlns:a16="http://schemas.microsoft.com/office/drawing/2014/main" id="{0E4490F0-E11B-11F4-81FD-124A5186E056}"/>
                </a:ext>
              </a:extLst>
            </p:cNvPr>
            <p:cNvSpPr/>
            <p:nvPr/>
          </p:nvSpPr>
          <p:spPr>
            <a:xfrm>
              <a:off x="7159924" y="12813562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Read Q’s</a:t>
              </a:r>
            </a:p>
            <a:p>
              <a:pPr algn="ctr"/>
              <a:r>
                <a:rPr lang="en-US"/>
                <a:t>Write to Bluetooth</a:t>
              </a:r>
            </a:p>
          </p:txBody>
        </p:sp>
      </p:grp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378039F8-BFA6-3700-22A2-A217C0927E7A}"/>
              </a:ext>
            </a:extLst>
          </p:cNvPr>
          <p:cNvCxnSpPr>
            <a:cxnSpLocks/>
            <a:stCxn id="104" idx="2"/>
            <a:endCxn id="4" idx="1"/>
          </p:cNvCxnSpPr>
          <p:nvPr/>
        </p:nvCxnSpPr>
        <p:spPr>
          <a:xfrm rot="5400000" flipH="1">
            <a:off x="4071303" y="8869976"/>
            <a:ext cx="9412682" cy="987995"/>
          </a:xfrm>
          <a:prstGeom prst="bentConnector4">
            <a:avLst>
              <a:gd name="adj1" fmla="val -2429"/>
              <a:gd name="adj2" fmla="val 416625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40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B3376-AF8F-E0F0-53AC-E5185C72C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5FF1900-178F-9222-9566-FBCB89E06EF9}"/>
              </a:ext>
            </a:extLst>
          </p:cNvPr>
          <p:cNvGrpSpPr/>
          <p:nvPr/>
        </p:nvGrpSpPr>
        <p:grpSpPr>
          <a:xfrm>
            <a:off x="8151962" y="7950365"/>
            <a:ext cx="1984076" cy="2387269"/>
            <a:chOff x="6731090" y="4183727"/>
            <a:chExt cx="1984076" cy="2387269"/>
          </a:xfrm>
        </p:grpSpPr>
        <p:sp>
          <p:nvSpPr>
            <p:cNvPr id="4" name="Flowchart: Preparation 3">
              <a:extLst>
                <a:ext uri="{FF2B5EF4-FFF2-40B4-BE49-F238E27FC236}">
                  <a16:creationId xmlns:a16="http://schemas.microsoft.com/office/drawing/2014/main" id="{68232566-969B-5E8C-E791-5FA3024CD170}"/>
                </a:ext>
              </a:extLst>
            </p:cNvPr>
            <p:cNvSpPr/>
            <p:nvPr/>
          </p:nvSpPr>
          <p:spPr>
            <a:xfrm>
              <a:off x="6731091" y="4183727"/>
              <a:ext cx="1984074" cy="879894"/>
            </a:xfrm>
            <a:prstGeom prst="flowChartPrepa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/>
                <a:t>Garbage Collector Task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EC0FA9D-2975-3D40-A9B9-C7BA0323ADB5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>
              <a:off x="7723128" y="5063621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AD6C0AD2-E5CF-6795-1D73-99F0220FD25B}"/>
                </a:ext>
              </a:extLst>
            </p:cNvPr>
            <p:cNvSpPr/>
            <p:nvPr/>
          </p:nvSpPr>
          <p:spPr>
            <a:xfrm>
              <a:off x="6731090" y="5691102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gc.collect()</a:t>
              </a:r>
            </a:p>
          </p:txBody>
        </p: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5C3ECAB5-38E3-768A-32FE-A218264F196E}"/>
                </a:ext>
              </a:extLst>
            </p:cNvPr>
            <p:cNvCxnSpPr>
              <a:cxnSpLocks/>
              <a:stCxn id="9" idx="2"/>
              <a:endCxn id="4" idx="3"/>
            </p:cNvCxnSpPr>
            <p:nvPr/>
          </p:nvCxnSpPr>
          <p:spPr>
            <a:xfrm rot="5400000" flipH="1" flipV="1">
              <a:off x="7245485" y="5101316"/>
              <a:ext cx="1947322" cy="992037"/>
            </a:xfrm>
            <a:prstGeom prst="bentConnector4">
              <a:avLst>
                <a:gd name="adj1" fmla="val -11739"/>
                <a:gd name="adj2" fmla="val 123044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3854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650717-A362-450F-8451-405A4A6DE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578834"/>
              </p:ext>
            </p:extLst>
          </p:nvPr>
        </p:nvGraphicFramePr>
        <p:xfrm>
          <a:off x="600018" y="555354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Task Name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	#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# ms</a:t>
                      </a:r>
                    </a:p>
                    <a:p>
                      <a:endParaRPr lang="en-US" sz="2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548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6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Caiden Logan Bonney</dc:creator>
  <cp:revision>1</cp:revision>
  <dcterms:created xsi:type="dcterms:W3CDTF">2025-10-15T01:08:24Z</dcterms:created>
  <dcterms:modified xsi:type="dcterms:W3CDTF">2025-10-23T11:08:07Z</dcterms:modified>
</cp:coreProperties>
</file>